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s-C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94660"/>
  </p:normalViewPr>
  <p:slideViewPr>
    <p:cSldViewPr snapToGrid="0">
      <p:cViewPr varScale="1">
        <p:scale>
          <a:sx n="84" d="100"/>
          <a:sy n="84" d="100"/>
        </p:scale>
        <p:origin x="816"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41F535A-AF79-90E3-3BF3-C75595D42548}"/>
              </a:ext>
            </a:extLst>
          </p:cNvPr>
          <p:cNvSpPr>
            <a:spLocks noGrp="1"/>
          </p:cNvSpPr>
          <p:nvPr>
            <p:ph type="ctrTitle"/>
          </p:nvPr>
        </p:nvSpPr>
        <p:spPr>
          <a:xfrm>
            <a:off x="1524000" y="1122363"/>
            <a:ext cx="9144000" cy="2387600"/>
          </a:xfrm>
        </p:spPr>
        <p:txBody>
          <a:bodyPr anchor="b"/>
          <a:lstStyle>
            <a:lvl1pPr algn="ctr">
              <a:defRPr sz="6000"/>
            </a:lvl1pPr>
          </a:lstStyle>
          <a:p>
            <a:r>
              <a:rPr lang="zh-TW" altLang="es-CR"/>
              <a:t>按一下以編輯母片標題樣式</a:t>
            </a:r>
            <a:endParaRPr lang="es-CR"/>
          </a:p>
        </p:txBody>
      </p:sp>
      <p:sp>
        <p:nvSpPr>
          <p:cNvPr id="3" name="副標題 2">
            <a:extLst>
              <a:ext uri="{FF2B5EF4-FFF2-40B4-BE49-F238E27FC236}">
                <a16:creationId xmlns:a16="http://schemas.microsoft.com/office/drawing/2014/main" id="{905EC1E3-997B-225F-12DB-D6AFF3802E7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s-CR"/>
              <a:t>按一下以編輯母片子標題樣式</a:t>
            </a:r>
            <a:endParaRPr lang="es-CR"/>
          </a:p>
        </p:txBody>
      </p:sp>
      <p:sp>
        <p:nvSpPr>
          <p:cNvPr id="4" name="日期版面配置區 3">
            <a:extLst>
              <a:ext uri="{FF2B5EF4-FFF2-40B4-BE49-F238E27FC236}">
                <a16:creationId xmlns:a16="http://schemas.microsoft.com/office/drawing/2014/main" id="{4C832940-1967-F1CD-4834-FB1BA96767E3}"/>
              </a:ext>
            </a:extLst>
          </p:cNvPr>
          <p:cNvSpPr>
            <a:spLocks noGrp="1"/>
          </p:cNvSpPr>
          <p:nvPr>
            <p:ph type="dt" sz="half" idx="10"/>
          </p:nvPr>
        </p:nvSpPr>
        <p:spPr/>
        <p:txBody>
          <a:bodyPr/>
          <a:lstStyle/>
          <a:p>
            <a:fld id="{8D49D90E-2A27-4A08-8489-7B4E82AD3C47}" type="datetimeFigureOut">
              <a:rPr lang="es-CR" smtClean="0"/>
              <a:t>24/7/2025</a:t>
            </a:fld>
            <a:endParaRPr lang="es-CR"/>
          </a:p>
        </p:txBody>
      </p:sp>
      <p:sp>
        <p:nvSpPr>
          <p:cNvPr id="5" name="頁尾版面配置區 4">
            <a:extLst>
              <a:ext uri="{FF2B5EF4-FFF2-40B4-BE49-F238E27FC236}">
                <a16:creationId xmlns:a16="http://schemas.microsoft.com/office/drawing/2014/main" id="{A9538BD5-AA5B-AD62-824B-923617705B4B}"/>
              </a:ext>
            </a:extLst>
          </p:cNvPr>
          <p:cNvSpPr>
            <a:spLocks noGrp="1"/>
          </p:cNvSpPr>
          <p:nvPr>
            <p:ph type="ftr" sz="quarter" idx="11"/>
          </p:nvPr>
        </p:nvSpPr>
        <p:spPr/>
        <p:txBody>
          <a:bodyPr/>
          <a:lstStyle/>
          <a:p>
            <a:endParaRPr lang="es-CR"/>
          </a:p>
        </p:txBody>
      </p:sp>
      <p:sp>
        <p:nvSpPr>
          <p:cNvPr id="6" name="投影片編號版面配置區 5">
            <a:extLst>
              <a:ext uri="{FF2B5EF4-FFF2-40B4-BE49-F238E27FC236}">
                <a16:creationId xmlns:a16="http://schemas.microsoft.com/office/drawing/2014/main" id="{F6CEADE2-FD41-8E3E-51B7-7DE72FD52C48}"/>
              </a:ext>
            </a:extLst>
          </p:cNvPr>
          <p:cNvSpPr>
            <a:spLocks noGrp="1"/>
          </p:cNvSpPr>
          <p:nvPr>
            <p:ph type="sldNum" sz="quarter" idx="12"/>
          </p:nvPr>
        </p:nvSpPr>
        <p:spPr/>
        <p:txBody>
          <a:bodyPr/>
          <a:lstStyle/>
          <a:p>
            <a:fld id="{9DF9B953-E063-4640-AFD3-855B55D904AB}" type="slidenum">
              <a:rPr lang="es-CR" smtClean="0"/>
              <a:t>‹#›</a:t>
            </a:fld>
            <a:endParaRPr lang="es-CR"/>
          </a:p>
        </p:txBody>
      </p:sp>
    </p:spTree>
    <p:extLst>
      <p:ext uri="{BB962C8B-B14F-4D97-AF65-F5344CB8AC3E}">
        <p14:creationId xmlns:p14="http://schemas.microsoft.com/office/powerpoint/2010/main" val="20388152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5B91428-300F-4FE0-16EF-26E8DDC451B4}"/>
              </a:ext>
            </a:extLst>
          </p:cNvPr>
          <p:cNvSpPr>
            <a:spLocks noGrp="1"/>
          </p:cNvSpPr>
          <p:nvPr>
            <p:ph type="title"/>
          </p:nvPr>
        </p:nvSpPr>
        <p:spPr/>
        <p:txBody>
          <a:bodyPr/>
          <a:lstStyle/>
          <a:p>
            <a:r>
              <a:rPr lang="zh-TW" altLang="es-CR"/>
              <a:t>按一下以編輯母片標題樣式</a:t>
            </a:r>
            <a:endParaRPr lang="es-CR"/>
          </a:p>
        </p:txBody>
      </p:sp>
      <p:sp>
        <p:nvSpPr>
          <p:cNvPr id="3" name="內容版面配置區 2">
            <a:extLst>
              <a:ext uri="{FF2B5EF4-FFF2-40B4-BE49-F238E27FC236}">
                <a16:creationId xmlns:a16="http://schemas.microsoft.com/office/drawing/2014/main" id="{978ACC27-56E3-0477-44C4-B678A2AF1414}"/>
              </a:ext>
            </a:extLst>
          </p:cNvPr>
          <p:cNvSpPr>
            <a:spLocks noGrp="1"/>
          </p:cNvSpPr>
          <p:nvPr>
            <p:ph idx="1"/>
          </p:nvPr>
        </p:nvSpPr>
        <p:spPr/>
        <p:txBody>
          <a:bodyPr/>
          <a:lstStyle/>
          <a:p>
            <a:pPr lvl="0"/>
            <a:r>
              <a:rPr lang="zh-TW" altLang="es-CR"/>
              <a:t>按一下以編輯母片文字樣式</a:t>
            </a:r>
          </a:p>
          <a:p>
            <a:pPr lvl="1"/>
            <a:r>
              <a:rPr lang="zh-TW" altLang="es-CR"/>
              <a:t>第二層</a:t>
            </a:r>
          </a:p>
          <a:p>
            <a:pPr lvl="2"/>
            <a:r>
              <a:rPr lang="zh-TW" altLang="es-CR"/>
              <a:t>第三層</a:t>
            </a:r>
          </a:p>
          <a:p>
            <a:pPr lvl="3"/>
            <a:r>
              <a:rPr lang="zh-TW" altLang="es-CR"/>
              <a:t>第四層</a:t>
            </a:r>
          </a:p>
          <a:p>
            <a:pPr lvl="4"/>
            <a:r>
              <a:rPr lang="zh-TW" altLang="es-CR"/>
              <a:t>第五層</a:t>
            </a:r>
            <a:endParaRPr lang="es-CR"/>
          </a:p>
        </p:txBody>
      </p:sp>
      <p:sp>
        <p:nvSpPr>
          <p:cNvPr id="4" name="日期版面配置區 3">
            <a:extLst>
              <a:ext uri="{FF2B5EF4-FFF2-40B4-BE49-F238E27FC236}">
                <a16:creationId xmlns:a16="http://schemas.microsoft.com/office/drawing/2014/main" id="{DE42719E-D5C4-B1A7-8131-F17CDBE21F2E}"/>
              </a:ext>
            </a:extLst>
          </p:cNvPr>
          <p:cNvSpPr>
            <a:spLocks noGrp="1"/>
          </p:cNvSpPr>
          <p:nvPr>
            <p:ph type="dt" sz="half" idx="10"/>
          </p:nvPr>
        </p:nvSpPr>
        <p:spPr/>
        <p:txBody>
          <a:bodyPr/>
          <a:lstStyle/>
          <a:p>
            <a:fld id="{8D49D90E-2A27-4A08-8489-7B4E82AD3C47}" type="datetimeFigureOut">
              <a:rPr lang="es-CR" smtClean="0"/>
              <a:t>24/7/2025</a:t>
            </a:fld>
            <a:endParaRPr lang="es-CR"/>
          </a:p>
        </p:txBody>
      </p:sp>
      <p:sp>
        <p:nvSpPr>
          <p:cNvPr id="5" name="頁尾版面配置區 4">
            <a:extLst>
              <a:ext uri="{FF2B5EF4-FFF2-40B4-BE49-F238E27FC236}">
                <a16:creationId xmlns:a16="http://schemas.microsoft.com/office/drawing/2014/main" id="{16F59B49-B50F-7A4E-75AD-D95AF6A9E681}"/>
              </a:ext>
            </a:extLst>
          </p:cNvPr>
          <p:cNvSpPr>
            <a:spLocks noGrp="1"/>
          </p:cNvSpPr>
          <p:nvPr>
            <p:ph type="ftr" sz="quarter" idx="11"/>
          </p:nvPr>
        </p:nvSpPr>
        <p:spPr/>
        <p:txBody>
          <a:bodyPr/>
          <a:lstStyle/>
          <a:p>
            <a:endParaRPr lang="es-CR"/>
          </a:p>
        </p:txBody>
      </p:sp>
      <p:sp>
        <p:nvSpPr>
          <p:cNvPr id="6" name="投影片編號版面配置區 5">
            <a:extLst>
              <a:ext uri="{FF2B5EF4-FFF2-40B4-BE49-F238E27FC236}">
                <a16:creationId xmlns:a16="http://schemas.microsoft.com/office/drawing/2014/main" id="{AE510AD3-5140-EC86-A2D6-EFA98851CC30}"/>
              </a:ext>
            </a:extLst>
          </p:cNvPr>
          <p:cNvSpPr>
            <a:spLocks noGrp="1"/>
          </p:cNvSpPr>
          <p:nvPr>
            <p:ph type="sldNum" sz="quarter" idx="12"/>
          </p:nvPr>
        </p:nvSpPr>
        <p:spPr/>
        <p:txBody>
          <a:bodyPr/>
          <a:lstStyle/>
          <a:p>
            <a:fld id="{9DF9B953-E063-4640-AFD3-855B55D904AB}" type="slidenum">
              <a:rPr lang="es-CR" smtClean="0"/>
              <a:t>‹#›</a:t>
            </a:fld>
            <a:endParaRPr lang="es-CR"/>
          </a:p>
        </p:txBody>
      </p:sp>
    </p:spTree>
    <p:extLst>
      <p:ext uri="{BB962C8B-B14F-4D97-AF65-F5344CB8AC3E}">
        <p14:creationId xmlns:p14="http://schemas.microsoft.com/office/powerpoint/2010/main" val="16496191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7F7AEE2-1A85-145A-40D2-644C1D0041D4}"/>
              </a:ext>
            </a:extLst>
          </p:cNvPr>
          <p:cNvSpPr>
            <a:spLocks noGrp="1"/>
          </p:cNvSpPr>
          <p:nvPr>
            <p:ph type="title"/>
          </p:nvPr>
        </p:nvSpPr>
        <p:spPr>
          <a:xfrm>
            <a:off x="831850" y="1709738"/>
            <a:ext cx="10515600" cy="2852737"/>
          </a:xfrm>
        </p:spPr>
        <p:txBody>
          <a:bodyPr anchor="b"/>
          <a:lstStyle>
            <a:lvl1pPr>
              <a:defRPr sz="6000"/>
            </a:lvl1pPr>
          </a:lstStyle>
          <a:p>
            <a:r>
              <a:rPr lang="zh-TW" altLang="es-CR"/>
              <a:t>按一下以編輯母片標題樣式</a:t>
            </a:r>
            <a:endParaRPr lang="es-CR"/>
          </a:p>
        </p:txBody>
      </p:sp>
      <p:sp>
        <p:nvSpPr>
          <p:cNvPr id="3" name="文字版面配置區 2">
            <a:extLst>
              <a:ext uri="{FF2B5EF4-FFF2-40B4-BE49-F238E27FC236}">
                <a16:creationId xmlns:a16="http://schemas.microsoft.com/office/drawing/2014/main" id="{F4205B92-6D5A-33FE-113B-F3CB63FF791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s-CR"/>
              <a:t>按一下以編輯母片文字樣式</a:t>
            </a:r>
          </a:p>
        </p:txBody>
      </p:sp>
      <p:sp>
        <p:nvSpPr>
          <p:cNvPr id="4" name="日期版面配置區 3">
            <a:extLst>
              <a:ext uri="{FF2B5EF4-FFF2-40B4-BE49-F238E27FC236}">
                <a16:creationId xmlns:a16="http://schemas.microsoft.com/office/drawing/2014/main" id="{654A050E-D469-CB2E-E3A2-F0CE2DD60B96}"/>
              </a:ext>
            </a:extLst>
          </p:cNvPr>
          <p:cNvSpPr>
            <a:spLocks noGrp="1"/>
          </p:cNvSpPr>
          <p:nvPr>
            <p:ph type="dt" sz="half" idx="10"/>
          </p:nvPr>
        </p:nvSpPr>
        <p:spPr/>
        <p:txBody>
          <a:bodyPr/>
          <a:lstStyle/>
          <a:p>
            <a:fld id="{8D49D90E-2A27-4A08-8489-7B4E82AD3C47}" type="datetimeFigureOut">
              <a:rPr lang="es-CR" smtClean="0"/>
              <a:t>24/7/2025</a:t>
            </a:fld>
            <a:endParaRPr lang="es-CR"/>
          </a:p>
        </p:txBody>
      </p:sp>
      <p:sp>
        <p:nvSpPr>
          <p:cNvPr id="5" name="頁尾版面配置區 4">
            <a:extLst>
              <a:ext uri="{FF2B5EF4-FFF2-40B4-BE49-F238E27FC236}">
                <a16:creationId xmlns:a16="http://schemas.microsoft.com/office/drawing/2014/main" id="{61B30428-7600-3CF4-6E95-3891E3720B0D}"/>
              </a:ext>
            </a:extLst>
          </p:cNvPr>
          <p:cNvSpPr>
            <a:spLocks noGrp="1"/>
          </p:cNvSpPr>
          <p:nvPr>
            <p:ph type="ftr" sz="quarter" idx="11"/>
          </p:nvPr>
        </p:nvSpPr>
        <p:spPr/>
        <p:txBody>
          <a:bodyPr/>
          <a:lstStyle/>
          <a:p>
            <a:endParaRPr lang="es-CR"/>
          </a:p>
        </p:txBody>
      </p:sp>
      <p:sp>
        <p:nvSpPr>
          <p:cNvPr id="6" name="投影片編號版面配置區 5">
            <a:extLst>
              <a:ext uri="{FF2B5EF4-FFF2-40B4-BE49-F238E27FC236}">
                <a16:creationId xmlns:a16="http://schemas.microsoft.com/office/drawing/2014/main" id="{799DFA37-EFB6-E6DA-1C12-EAF322E0C184}"/>
              </a:ext>
            </a:extLst>
          </p:cNvPr>
          <p:cNvSpPr>
            <a:spLocks noGrp="1"/>
          </p:cNvSpPr>
          <p:nvPr>
            <p:ph type="sldNum" sz="quarter" idx="12"/>
          </p:nvPr>
        </p:nvSpPr>
        <p:spPr/>
        <p:txBody>
          <a:bodyPr/>
          <a:lstStyle/>
          <a:p>
            <a:fld id="{9DF9B953-E063-4640-AFD3-855B55D904AB}" type="slidenum">
              <a:rPr lang="es-CR" smtClean="0"/>
              <a:t>‹#›</a:t>
            </a:fld>
            <a:endParaRPr lang="es-CR"/>
          </a:p>
        </p:txBody>
      </p:sp>
    </p:spTree>
    <p:extLst>
      <p:ext uri="{BB962C8B-B14F-4D97-AF65-F5344CB8AC3E}">
        <p14:creationId xmlns:p14="http://schemas.microsoft.com/office/powerpoint/2010/main" val="23277476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24244B4-DFE4-6257-3008-2FD45E30B704}"/>
              </a:ext>
            </a:extLst>
          </p:cNvPr>
          <p:cNvSpPr>
            <a:spLocks noGrp="1"/>
          </p:cNvSpPr>
          <p:nvPr>
            <p:ph type="title"/>
          </p:nvPr>
        </p:nvSpPr>
        <p:spPr/>
        <p:txBody>
          <a:bodyPr/>
          <a:lstStyle/>
          <a:p>
            <a:r>
              <a:rPr lang="zh-TW" altLang="es-CR"/>
              <a:t>按一下以編輯母片標題樣式</a:t>
            </a:r>
            <a:endParaRPr lang="es-CR"/>
          </a:p>
        </p:txBody>
      </p:sp>
      <p:sp>
        <p:nvSpPr>
          <p:cNvPr id="3" name="內容版面配置區 2">
            <a:extLst>
              <a:ext uri="{FF2B5EF4-FFF2-40B4-BE49-F238E27FC236}">
                <a16:creationId xmlns:a16="http://schemas.microsoft.com/office/drawing/2014/main" id="{C762030F-EE41-CBB7-2D0A-A37FDD77D1C8}"/>
              </a:ext>
            </a:extLst>
          </p:cNvPr>
          <p:cNvSpPr>
            <a:spLocks noGrp="1"/>
          </p:cNvSpPr>
          <p:nvPr>
            <p:ph sz="half" idx="1"/>
          </p:nvPr>
        </p:nvSpPr>
        <p:spPr>
          <a:xfrm>
            <a:off x="838200" y="1825625"/>
            <a:ext cx="5181600" cy="4351338"/>
          </a:xfrm>
        </p:spPr>
        <p:txBody>
          <a:bodyPr/>
          <a:lstStyle/>
          <a:p>
            <a:pPr lvl="0"/>
            <a:r>
              <a:rPr lang="zh-TW" altLang="es-CR"/>
              <a:t>按一下以編輯母片文字樣式</a:t>
            </a:r>
          </a:p>
          <a:p>
            <a:pPr lvl="1"/>
            <a:r>
              <a:rPr lang="zh-TW" altLang="es-CR"/>
              <a:t>第二層</a:t>
            </a:r>
          </a:p>
          <a:p>
            <a:pPr lvl="2"/>
            <a:r>
              <a:rPr lang="zh-TW" altLang="es-CR"/>
              <a:t>第三層</a:t>
            </a:r>
          </a:p>
          <a:p>
            <a:pPr lvl="3"/>
            <a:r>
              <a:rPr lang="zh-TW" altLang="es-CR"/>
              <a:t>第四層</a:t>
            </a:r>
          </a:p>
          <a:p>
            <a:pPr lvl="4"/>
            <a:r>
              <a:rPr lang="zh-TW" altLang="es-CR"/>
              <a:t>第五層</a:t>
            </a:r>
            <a:endParaRPr lang="es-CR"/>
          </a:p>
        </p:txBody>
      </p:sp>
      <p:sp>
        <p:nvSpPr>
          <p:cNvPr id="4" name="內容版面配置區 3">
            <a:extLst>
              <a:ext uri="{FF2B5EF4-FFF2-40B4-BE49-F238E27FC236}">
                <a16:creationId xmlns:a16="http://schemas.microsoft.com/office/drawing/2014/main" id="{9CAED417-3D74-270C-0A96-218380A5076B}"/>
              </a:ext>
            </a:extLst>
          </p:cNvPr>
          <p:cNvSpPr>
            <a:spLocks noGrp="1"/>
          </p:cNvSpPr>
          <p:nvPr>
            <p:ph sz="half" idx="2"/>
          </p:nvPr>
        </p:nvSpPr>
        <p:spPr>
          <a:xfrm>
            <a:off x="6172200" y="1825625"/>
            <a:ext cx="5181600" cy="4351338"/>
          </a:xfrm>
        </p:spPr>
        <p:txBody>
          <a:bodyPr/>
          <a:lstStyle/>
          <a:p>
            <a:pPr lvl="0"/>
            <a:r>
              <a:rPr lang="zh-TW" altLang="es-CR"/>
              <a:t>按一下以編輯母片文字樣式</a:t>
            </a:r>
          </a:p>
          <a:p>
            <a:pPr lvl="1"/>
            <a:r>
              <a:rPr lang="zh-TW" altLang="es-CR"/>
              <a:t>第二層</a:t>
            </a:r>
          </a:p>
          <a:p>
            <a:pPr lvl="2"/>
            <a:r>
              <a:rPr lang="zh-TW" altLang="es-CR"/>
              <a:t>第三層</a:t>
            </a:r>
          </a:p>
          <a:p>
            <a:pPr lvl="3"/>
            <a:r>
              <a:rPr lang="zh-TW" altLang="es-CR"/>
              <a:t>第四層</a:t>
            </a:r>
          </a:p>
          <a:p>
            <a:pPr lvl="4"/>
            <a:r>
              <a:rPr lang="zh-TW" altLang="es-CR"/>
              <a:t>第五層</a:t>
            </a:r>
            <a:endParaRPr lang="es-CR"/>
          </a:p>
        </p:txBody>
      </p:sp>
      <p:sp>
        <p:nvSpPr>
          <p:cNvPr id="5" name="日期版面配置區 4">
            <a:extLst>
              <a:ext uri="{FF2B5EF4-FFF2-40B4-BE49-F238E27FC236}">
                <a16:creationId xmlns:a16="http://schemas.microsoft.com/office/drawing/2014/main" id="{7A7D4476-A8CE-D19C-D0D4-ECED4CD7221F}"/>
              </a:ext>
            </a:extLst>
          </p:cNvPr>
          <p:cNvSpPr>
            <a:spLocks noGrp="1"/>
          </p:cNvSpPr>
          <p:nvPr>
            <p:ph type="dt" sz="half" idx="10"/>
          </p:nvPr>
        </p:nvSpPr>
        <p:spPr/>
        <p:txBody>
          <a:bodyPr/>
          <a:lstStyle/>
          <a:p>
            <a:fld id="{8D49D90E-2A27-4A08-8489-7B4E82AD3C47}" type="datetimeFigureOut">
              <a:rPr lang="es-CR" smtClean="0"/>
              <a:t>24/7/2025</a:t>
            </a:fld>
            <a:endParaRPr lang="es-CR"/>
          </a:p>
        </p:txBody>
      </p:sp>
      <p:sp>
        <p:nvSpPr>
          <p:cNvPr id="6" name="頁尾版面配置區 5">
            <a:extLst>
              <a:ext uri="{FF2B5EF4-FFF2-40B4-BE49-F238E27FC236}">
                <a16:creationId xmlns:a16="http://schemas.microsoft.com/office/drawing/2014/main" id="{D0E0B61E-ECA6-EE70-A1BF-F38FE2066463}"/>
              </a:ext>
            </a:extLst>
          </p:cNvPr>
          <p:cNvSpPr>
            <a:spLocks noGrp="1"/>
          </p:cNvSpPr>
          <p:nvPr>
            <p:ph type="ftr" sz="quarter" idx="11"/>
          </p:nvPr>
        </p:nvSpPr>
        <p:spPr/>
        <p:txBody>
          <a:bodyPr/>
          <a:lstStyle/>
          <a:p>
            <a:endParaRPr lang="es-CR"/>
          </a:p>
        </p:txBody>
      </p:sp>
      <p:sp>
        <p:nvSpPr>
          <p:cNvPr id="7" name="投影片編號版面配置區 6">
            <a:extLst>
              <a:ext uri="{FF2B5EF4-FFF2-40B4-BE49-F238E27FC236}">
                <a16:creationId xmlns:a16="http://schemas.microsoft.com/office/drawing/2014/main" id="{D5B3A806-1674-7645-3F25-F91F920F28F1}"/>
              </a:ext>
            </a:extLst>
          </p:cNvPr>
          <p:cNvSpPr>
            <a:spLocks noGrp="1"/>
          </p:cNvSpPr>
          <p:nvPr>
            <p:ph type="sldNum" sz="quarter" idx="12"/>
          </p:nvPr>
        </p:nvSpPr>
        <p:spPr/>
        <p:txBody>
          <a:bodyPr/>
          <a:lstStyle/>
          <a:p>
            <a:fld id="{9DF9B953-E063-4640-AFD3-855B55D904AB}" type="slidenum">
              <a:rPr lang="es-CR" smtClean="0"/>
              <a:t>‹#›</a:t>
            </a:fld>
            <a:endParaRPr lang="es-CR"/>
          </a:p>
        </p:txBody>
      </p:sp>
    </p:spTree>
    <p:extLst>
      <p:ext uri="{BB962C8B-B14F-4D97-AF65-F5344CB8AC3E}">
        <p14:creationId xmlns:p14="http://schemas.microsoft.com/office/powerpoint/2010/main" val="36371492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874BA9E-0377-57DD-59A4-7292370279AB}"/>
              </a:ext>
            </a:extLst>
          </p:cNvPr>
          <p:cNvSpPr>
            <a:spLocks noGrp="1"/>
          </p:cNvSpPr>
          <p:nvPr>
            <p:ph type="title"/>
          </p:nvPr>
        </p:nvSpPr>
        <p:spPr>
          <a:xfrm>
            <a:off x="839788" y="365125"/>
            <a:ext cx="10515600" cy="1325563"/>
          </a:xfrm>
        </p:spPr>
        <p:txBody>
          <a:bodyPr/>
          <a:lstStyle/>
          <a:p>
            <a:r>
              <a:rPr lang="zh-TW" altLang="es-CR"/>
              <a:t>按一下以編輯母片標題樣式</a:t>
            </a:r>
            <a:endParaRPr lang="es-CR"/>
          </a:p>
        </p:txBody>
      </p:sp>
      <p:sp>
        <p:nvSpPr>
          <p:cNvPr id="3" name="文字版面配置區 2">
            <a:extLst>
              <a:ext uri="{FF2B5EF4-FFF2-40B4-BE49-F238E27FC236}">
                <a16:creationId xmlns:a16="http://schemas.microsoft.com/office/drawing/2014/main" id="{1E514153-5342-CF82-4A69-6A5E90E738C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s-CR"/>
              <a:t>按一下以編輯母片文字樣式</a:t>
            </a:r>
          </a:p>
        </p:txBody>
      </p:sp>
      <p:sp>
        <p:nvSpPr>
          <p:cNvPr id="4" name="內容版面配置區 3">
            <a:extLst>
              <a:ext uri="{FF2B5EF4-FFF2-40B4-BE49-F238E27FC236}">
                <a16:creationId xmlns:a16="http://schemas.microsoft.com/office/drawing/2014/main" id="{25CF670B-61FD-3A0C-5F8D-CE57BD8B9467}"/>
              </a:ext>
            </a:extLst>
          </p:cNvPr>
          <p:cNvSpPr>
            <a:spLocks noGrp="1"/>
          </p:cNvSpPr>
          <p:nvPr>
            <p:ph sz="half" idx="2"/>
          </p:nvPr>
        </p:nvSpPr>
        <p:spPr>
          <a:xfrm>
            <a:off x="839788" y="2505075"/>
            <a:ext cx="5157787" cy="3684588"/>
          </a:xfrm>
        </p:spPr>
        <p:txBody>
          <a:bodyPr/>
          <a:lstStyle/>
          <a:p>
            <a:pPr lvl="0"/>
            <a:r>
              <a:rPr lang="zh-TW" altLang="es-CR"/>
              <a:t>按一下以編輯母片文字樣式</a:t>
            </a:r>
          </a:p>
          <a:p>
            <a:pPr lvl="1"/>
            <a:r>
              <a:rPr lang="zh-TW" altLang="es-CR"/>
              <a:t>第二層</a:t>
            </a:r>
          </a:p>
          <a:p>
            <a:pPr lvl="2"/>
            <a:r>
              <a:rPr lang="zh-TW" altLang="es-CR"/>
              <a:t>第三層</a:t>
            </a:r>
          </a:p>
          <a:p>
            <a:pPr lvl="3"/>
            <a:r>
              <a:rPr lang="zh-TW" altLang="es-CR"/>
              <a:t>第四層</a:t>
            </a:r>
          </a:p>
          <a:p>
            <a:pPr lvl="4"/>
            <a:r>
              <a:rPr lang="zh-TW" altLang="es-CR"/>
              <a:t>第五層</a:t>
            </a:r>
            <a:endParaRPr lang="es-CR"/>
          </a:p>
        </p:txBody>
      </p:sp>
      <p:sp>
        <p:nvSpPr>
          <p:cNvPr id="5" name="文字版面配置區 4">
            <a:extLst>
              <a:ext uri="{FF2B5EF4-FFF2-40B4-BE49-F238E27FC236}">
                <a16:creationId xmlns:a16="http://schemas.microsoft.com/office/drawing/2014/main" id="{905DA740-071E-2C97-6192-509E3979820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s-CR"/>
              <a:t>按一下以編輯母片文字樣式</a:t>
            </a:r>
          </a:p>
        </p:txBody>
      </p:sp>
      <p:sp>
        <p:nvSpPr>
          <p:cNvPr id="6" name="內容版面配置區 5">
            <a:extLst>
              <a:ext uri="{FF2B5EF4-FFF2-40B4-BE49-F238E27FC236}">
                <a16:creationId xmlns:a16="http://schemas.microsoft.com/office/drawing/2014/main" id="{D60A1B1B-EE53-7952-0FA7-ACE19685704C}"/>
              </a:ext>
            </a:extLst>
          </p:cNvPr>
          <p:cNvSpPr>
            <a:spLocks noGrp="1"/>
          </p:cNvSpPr>
          <p:nvPr>
            <p:ph sz="quarter" idx="4"/>
          </p:nvPr>
        </p:nvSpPr>
        <p:spPr>
          <a:xfrm>
            <a:off x="6172200" y="2505075"/>
            <a:ext cx="5183188" cy="3684588"/>
          </a:xfrm>
        </p:spPr>
        <p:txBody>
          <a:bodyPr/>
          <a:lstStyle/>
          <a:p>
            <a:pPr lvl="0"/>
            <a:r>
              <a:rPr lang="zh-TW" altLang="es-CR"/>
              <a:t>按一下以編輯母片文字樣式</a:t>
            </a:r>
          </a:p>
          <a:p>
            <a:pPr lvl="1"/>
            <a:r>
              <a:rPr lang="zh-TW" altLang="es-CR"/>
              <a:t>第二層</a:t>
            </a:r>
          </a:p>
          <a:p>
            <a:pPr lvl="2"/>
            <a:r>
              <a:rPr lang="zh-TW" altLang="es-CR"/>
              <a:t>第三層</a:t>
            </a:r>
          </a:p>
          <a:p>
            <a:pPr lvl="3"/>
            <a:r>
              <a:rPr lang="zh-TW" altLang="es-CR"/>
              <a:t>第四層</a:t>
            </a:r>
          </a:p>
          <a:p>
            <a:pPr lvl="4"/>
            <a:r>
              <a:rPr lang="zh-TW" altLang="es-CR"/>
              <a:t>第五層</a:t>
            </a:r>
            <a:endParaRPr lang="es-CR"/>
          </a:p>
        </p:txBody>
      </p:sp>
      <p:sp>
        <p:nvSpPr>
          <p:cNvPr id="7" name="日期版面配置區 6">
            <a:extLst>
              <a:ext uri="{FF2B5EF4-FFF2-40B4-BE49-F238E27FC236}">
                <a16:creationId xmlns:a16="http://schemas.microsoft.com/office/drawing/2014/main" id="{5FBAFD25-B0A9-E8FE-2353-47EE476CCABC}"/>
              </a:ext>
            </a:extLst>
          </p:cNvPr>
          <p:cNvSpPr>
            <a:spLocks noGrp="1"/>
          </p:cNvSpPr>
          <p:nvPr>
            <p:ph type="dt" sz="half" idx="10"/>
          </p:nvPr>
        </p:nvSpPr>
        <p:spPr/>
        <p:txBody>
          <a:bodyPr/>
          <a:lstStyle/>
          <a:p>
            <a:fld id="{8D49D90E-2A27-4A08-8489-7B4E82AD3C47}" type="datetimeFigureOut">
              <a:rPr lang="es-CR" smtClean="0"/>
              <a:t>24/7/2025</a:t>
            </a:fld>
            <a:endParaRPr lang="es-CR"/>
          </a:p>
        </p:txBody>
      </p:sp>
      <p:sp>
        <p:nvSpPr>
          <p:cNvPr id="8" name="頁尾版面配置區 7">
            <a:extLst>
              <a:ext uri="{FF2B5EF4-FFF2-40B4-BE49-F238E27FC236}">
                <a16:creationId xmlns:a16="http://schemas.microsoft.com/office/drawing/2014/main" id="{ED43E9F6-1DB8-5AD9-4F27-DFE8101C2675}"/>
              </a:ext>
            </a:extLst>
          </p:cNvPr>
          <p:cNvSpPr>
            <a:spLocks noGrp="1"/>
          </p:cNvSpPr>
          <p:nvPr>
            <p:ph type="ftr" sz="quarter" idx="11"/>
          </p:nvPr>
        </p:nvSpPr>
        <p:spPr/>
        <p:txBody>
          <a:bodyPr/>
          <a:lstStyle/>
          <a:p>
            <a:endParaRPr lang="es-CR"/>
          </a:p>
        </p:txBody>
      </p:sp>
      <p:sp>
        <p:nvSpPr>
          <p:cNvPr id="9" name="投影片編號版面配置區 8">
            <a:extLst>
              <a:ext uri="{FF2B5EF4-FFF2-40B4-BE49-F238E27FC236}">
                <a16:creationId xmlns:a16="http://schemas.microsoft.com/office/drawing/2014/main" id="{B036C965-3668-6CF5-F921-84047EC695F5}"/>
              </a:ext>
            </a:extLst>
          </p:cNvPr>
          <p:cNvSpPr>
            <a:spLocks noGrp="1"/>
          </p:cNvSpPr>
          <p:nvPr>
            <p:ph type="sldNum" sz="quarter" idx="12"/>
          </p:nvPr>
        </p:nvSpPr>
        <p:spPr/>
        <p:txBody>
          <a:bodyPr/>
          <a:lstStyle/>
          <a:p>
            <a:fld id="{9DF9B953-E063-4640-AFD3-855B55D904AB}" type="slidenum">
              <a:rPr lang="es-CR" smtClean="0"/>
              <a:t>‹#›</a:t>
            </a:fld>
            <a:endParaRPr lang="es-CR"/>
          </a:p>
        </p:txBody>
      </p:sp>
    </p:spTree>
    <p:extLst>
      <p:ext uri="{BB962C8B-B14F-4D97-AF65-F5344CB8AC3E}">
        <p14:creationId xmlns:p14="http://schemas.microsoft.com/office/powerpoint/2010/main" val="83483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004E17E-47AA-03AB-1C64-BAC37E8684B4}"/>
              </a:ext>
            </a:extLst>
          </p:cNvPr>
          <p:cNvSpPr>
            <a:spLocks noGrp="1"/>
          </p:cNvSpPr>
          <p:nvPr>
            <p:ph type="title"/>
          </p:nvPr>
        </p:nvSpPr>
        <p:spPr/>
        <p:txBody>
          <a:bodyPr/>
          <a:lstStyle/>
          <a:p>
            <a:r>
              <a:rPr lang="zh-TW" altLang="es-CR"/>
              <a:t>按一下以編輯母片標題樣式</a:t>
            </a:r>
            <a:endParaRPr lang="es-CR"/>
          </a:p>
        </p:txBody>
      </p:sp>
      <p:sp>
        <p:nvSpPr>
          <p:cNvPr id="3" name="日期版面配置區 2">
            <a:extLst>
              <a:ext uri="{FF2B5EF4-FFF2-40B4-BE49-F238E27FC236}">
                <a16:creationId xmlns:a16="http://schemas.microsoft.com/office/drawing/2014/main" id="{D36A054E-8658-AC3C-A80E-0F2EBB189A9E}"/>
              </a:ext>
            </a:extLst>
          </p:cNvPr>
          <p:cNvSpPr>
            <a:spLocks noGrp="1"/>
          </p:cNvSpPr>
          <p:nvPr>
            <p:ph type="dt" sz="half" idx="10"/>
          </p:nvPr>
        </p:nvSpPr>
        <p:spPr/>
        <p:txBody>
          <a:bodyPr/>
          <a:lstStyle/>
          <a:p>
            <a:fld id="{8D49D90E-2A27-4A08-8489-7B4E82AD3C47}" type="datetimeFigureOut">
              <a:rPr lang="es-CR" smtClean="0"/>
              <a:t>24/7/2025</a:t>
            </a:fld>
            <a:endParaRPr lang="es-CR"/>
          </a:p>
        </p:txBody>
      </p:sp>
      <p:sp>
        <p:nvSpPr>
          <p:cNvPr id="4" name="頁尾版面配置區 3">
            <a:extLst>
              <a:ext uri="{FF2B5EF4-FFF2-40B4-BE49-F238E27FC236}">
                <a16:creationId xmlns:a16="http://schemas.microsoft.com/office/drawing/2014/main" id="{9F351351-BB01-98D3-F48A-5F84A18123C4}"/>
              </a:ext>
            </a:extLst>
          </p:cNvPr>
          <p:cNvSpPr>
            <a:spLocks noGrp="1"/>
          </p:cNvSpPr>
          <p:nvPr>
            <p:ph type="ftr" sz="quarter" idx="11"/>
          </p:nvPr>
        </p:nvSpPr>
        <p:spPr/>
        <p:txBody>
          <a:bodyPr/>
          <a:lstStyle/>
          <a:p>
            <a:endParaRPr lang="es-CR"/>
          </a:p>
        </p:txBody>
      </p:sp>
      <p:sp>
        <p:nvSpPr>
          <p:cNvPr id="5" name="投影片編號版面配置區 4">
            <a:extLst>
              <a:ext uri="{FF2B5EF4-FFF2-40B4-BE49-F238E27FC236}">
                <a16:creationId xmlns:a16="http://schemas.microsoft.com/office/drawing/2014/main" id="{D12BCB26-361E-FE64-B9B4-9C5A9CDA01BE}"/>
              </a:ext>
            </a:extLst>
          </p:cNvPr>
          <p:cNvSpPr>
            <a:spLocks noGrp="1"/>
          </p:cNvSpPr>
          <p:nvPr>
            <p:ph type="sldNum" sz="quarter" idx="12"/>
          </p:nvPr>
        </p:nvSpPr>
        <p:spPr/>
        <p:txBody>
          <a:bodyPr/>
          <a:lstStyle/>
          <a:p>
            <a:fld id="{9DF9B953-E063-4640-AFD3-855B55D904AB}" type="slidenum">
              <a:rPr lang="es-CR" smtClean="0"/>
              <a:t>‹#›</a:t>
            </a:fld>
            <a:endParaRPr lang="es-CR"/>
          </a:p>
        </p:txBody>
      </p:sp>
    </p:spTree>
    <p:extLst>
      <p:ext uri="{BB962C8B-B14F-4D97-AF65-F5344CB8AC3E}">
        <p14:creationId xmlns:p14="http://schemas.microsoft.com/office/powerpoint/2010/main" val="17688168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D5090584-E2A1-4E3F-AEED-388186D557BA}"/>
              </a:ext>
            </a:extLst>
          </p:cNvPr>
          <p:cNvSpPr>
            <a:spLocks noGrp="1"/>
          </p:cNvSpPr>
          <p:nvPr>
            <p:ph type="dt" sz="half" idx="10"/>
          </p:nvPr>
        </p:nvSpPr>
        <p:spPr/>
        <p:txBody>
          <a:bodyPr/>
          <a:lstStyle/>
          <a:p>
            <a:fld id="{8D49D90E-2A27-4A08-8489-7B4E82AD3C47}" type="datetimeFigureOut">
              <a:rPr lang="es-CR" smtClean="0"/>
              <a:t>24/7/2025</a:t>
            </a:fld>
            <a:endParaRPr lang="es-CR"/>
          </a:p>
        </p:txBody>
      </p:sp>
      <p:sp>
        <p:nvSpPr>
          <p:cNvPr id="3" name="頁尾版面配置區 2">
            <a:extLst>
              <a:ext uri="{FF2B5EF4-FFF2-40B4-BE49-F238E27FC236}">
                <a16:creationId xmlns:a16="http://schemas.microsoft.com/office/drawing/2014/main" id="{899D1152-3FA0-85A4-BA97-7DD5EA16B531}"/>
              </a:ext>
            </a:extLst>
          </p:cNvPr>
          <p:cNvSpPr>
            <a:spLocks noGrp="1"/>
          </p:cNvSpPr>
          <p:nvPr>
            <p:ph type="ftr" sz="quarter" idx="11"/>
          </p:nvPr>
        </p:nvSpPr>
        <p:spPr/>
        <p:txBody>
          <a:bodyPr/>
          <a:lstStyle/>
          <a:p>
            <a:endParaRPr lang="es-CR"/>
          </a:p>
        </p:txBody>
      </p:sp>
      <p:sp>
        <p:nvSpPr>
          <p:cNvPr id="4" name="投影片編號版面配置區 3">
            <a:extLst>
              <a:ext uri="{FF2B5EF4-FFF2-40B4-BE49-F238E27FC236}">
                <a16:creationId xmlns:a16="http://schemas.microsoft.com/office/drawing/2014/main" id="{59E4BFD7-D1BC-C506-270E-F4CEB63D404B}"/>
              </a:ext>
            </a:extLst>
          </p:cNvPr>
          <p:cNvSpPr>
            <a:spLocks noGrp="1"/>
          </p:cNvSpPr>
          <p:nvPr>
            <p:ph type="sldNum" sz="quarter" idx="12"/>
          </p:nvPr>
        </p:nvSpPr>
        <p:spPr/>
        <p:txBody>
          <a:bodyPr/>
          <a:lstStyle/>
          <a:p>
            <a:fld id="{9DF9B953-E063-4640-AFD3-855B55D904AB}" type="slidenum">
              <a:rPr lang="es-CR" smtClean="0"/>
              <a:t>‹#›</a:t>
            </a:fld>
            <a:endParaRPr lang="es-CR"/>
          </a:p>
        </p:txBody>
      </p:sp>
    </p:spTree>
    <p:extLst>
      <p:ext uri="{BB962C8B-B14F-4D97-AF65-F5344CB8AC3E}">
        <p14:creationId xmlns:p14="http://schemas.microsoft.com/office/powerpoint/2010/main" val="13951269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1CC43AC-49E9-0E4E-9B6D-E52DFCA4C1DD}"/>
              </a:ext>
            </a:extLst>
          </p:cNvPr>
          <p:cNvSpPr>
            <a:spLocks noGrp="1"/>
          </p:cNvSpPr>
          <p:nvPr>
            <p:ph type="title"/>
          </p:nvPr>
        </p:nvSpPr>
        <p:spPr>
          <a:xfrm>
            <a:off x="839788" y="457200"/>
            <a:ext cx="3932237" cy="1600200"/>
          </a:xfrm>
        </p:spPr>
        <p:txBody>
          <a:bodyPr anchor="b"/>
          <a:lstStyle>
            <a:lvl1pPr>
              <a:defRPr sz="3200"/>
            </a:lvl1pPr>
          </a:lstStyle>
          <a:p>
            <a:r>
              <a:rPr lang="zh-TW" altLang="es-CR"/>
              <a:t>按一下以編輯母片標題樣式</a:t>
            </a:r>
            <a:endParaRPr lang="es-CR"/>
          </a:p>
        </p:txBody>
      </p:sp>
      <p:sp>
        <p:nvSpPr>
          <p:cNvPr id="3" name="內容版面配置區 2">
            <a:extLst>
              <a:ext uri="{FF2B5EF4-FFF2-40B4-BE49-F238E27FC236}">
                <a16:creationId xmlns:a16="http://schemas.microsoft.com/office/drawing/2014/main" id="{A07B009A-CA8F-B6DA-E93E-FA7E6B5F714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s-CR"/>
              <a:t>按一下以編輯母片文字樣式</a:t>
            </a:r>
          </a:p>
          <a:p>
            <a:pPr lvl="1"/>
            <a:r>
              <a:rPr lang="zh-TW" altLang="es-CR"/>
              <a:t>第二層</a:t>
            </a:r>
          </a:p>
          <a:p>
            <a:pPr lvl="2"/>
            <a:r>
              <a:rPr lang="zh-TW" altLang="es-CR"/>
              <a:t>第三層</a:t>
            </a:r>
          </a:p>
          <a:p>
            <a:pPr lvl="3"/>
            <a:r>
              <a:rPr lang="zh-TW" altLang="es-CR"/>
              <a:t>第四層</a:t>
            </a:r>
          </a:p>
          <a:p>
            <a:pPr lvl="4"/>
            <a:r>
              <a:rPr lang="zh-TW" altLang="es-CR"/>
              <a:t>第五層</a:t>
            </a:r>
            <a:endParaRPr lang="es-CR"/>
          </a:p>
        </p:txBody>
      </p:sp>
      <p:sp>
        <p:nvSpPr>
          <p:cNvPr id="4" name="文字版面配置區 3">
            <a:extLst>
              <a:ext uri="{FF2B5EF4-FFF2-40B4-BE49-F238E27FC236}">
                <a16:creationId xmlns:a16="http://schemas.microsoft.com/office/drawing/2014/main" id="{29752CC2-53C7-0F2E-5B32-8CC7CF39F5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s-CR"/>
              <a:t>按一下以編輯母片文字樣式</a:t>
            </a:r>
          </a:p>
        </p:txBody>
      </p:sp>
      <p:sp>
        <p:nvSpPr>
          <p:cNvPr id="5" name="日期版面配置區 4">
            <a:extLst>
              <a:ext uri="{FF2B5EF4-FFF2-40B4-BE49-F238E27FC236}">
                <a16:creationId xmlns:a16="http://schemas.microsoft.com/office/drawing/2014/main" id="{BCEC584C-15B0-302B-A698-21DB7A9FCA5F}"/>
              </a:ext>
            </a:extLst>
          </p:cNvPr>
          <p:cNvSpPr>
            <a:spLocks noGrp="1"/>
          </p:cNvSpPr>
          <p:nvPr>
            <p:ph type="dt" sz="half" idx="10"/>
          </p:nvPr>
        </p:nvSpPr>
        <p:spPr/>
        <p:txBody>
          <a:bodyPr/>
          <a:lstStyle/>
          <a:p>
            <a:fld id="{8D49D90E-2A27-4A08-8489-7B4E82AD3C47}" type="datetimeFigureOut">
              <a:rPr lang="es-CR" smtClean="0"/>
              <a:t>24/7/2025</a:t>
            </a:fld>
            <a:endParaRPr lang="es-CR"/>
          </a:p>
        </p:txBody>
      </p:sp>
      <p:sp>
        <p:nvSpPr>
          <p:cNvPr id="6" name="頁尾版面配置區 5">
            <a:extLst>
              <a:ext uri="{FF2B5EF4-FFF2-40B4-BE49-F238E27FC236}">
                <a16:creationId xmlns:a16="http://schemas.microsoft.com/office/drawing/2014/main" id="{A5480032-7B50-B522-9536-A68CEDB1DDD1}"/>
              </a:ext>
            </a:extLst>
          </p:cNvPr>
          <p:cNvSpPr>
            <a:spLocks noGrp="1"/>
          </p:cNvSpPr>
          <p:nvPr>
            <p:ph type="ftr" sz="quarter" idx="11"/>
          </p:nvPr>
        </p:nvSpPr>
        <p:spPr/>
        <p:txBody>
          <a:bodyPr/>
          <a:lstStyle/>
          <a:p>
            <a:endParaRPr lang="es-CR"/>
          </a:p>
        </p:txBody>
      </p:sp>
      <p:sp>
        <p:nvSpPr>
          <p:cNvPr id="7" name="投影片編號版面配置區 6">
            <a:extLst>
              <a:ext uri="{FF2B5EF4-FFF2-40B4-BE49-F238E27FC236}">
                <a16:creationId xmlns:a16="http://schemas.microsoft.com/office/drawing/2014/main" id="{89BF0E7D-F94A-88F7-0AC2-3ACE0ED77C4F}"/>
              </a:ext>
            </a:extLst>
          </p:cNvPr>
          <p:cNvSpPr>
            <a:spLocks noGrp="1"/>
          </p:cNvSpPr>
          <p:nvPr>
            <p:ph type="sldNum" sz="quarter" idx="12"/>
          </p:nvPr>
        </p:nvSpPr>
        <p:spPr/>
        <p:txBody>
          <a:bodyPr/>
          <a:lstStyle/>
          <a:p>
            <a:fld id="{9DF9B953-E063-4640-AFD3-855B55D904AB}" type="slidenum">
              <a:rPr lang="es-CR" smtClean="0"/>
              <a:t>‹#›</a:t>
            </a:fld>
            <a:endParaRPr lang="es-CR"/>
          </a:p>
        </p:txBody>
      </p:sp>
    </p:spTree>
    <p:extLst>
      <p:ext uri="{BB962C8B-B14F-4D97-AF65-F5344CB8AC3E}">
        <p14:creationId xmlns:p14="http://schemas.microsoft.com/office/powerpoint/2010/main" val="229250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4E3111D-DA16-0ECC-C6BE-676ECA316D7A}"/>
              </a:ext>
            </a:extLst>
          </p:cNvPr>
          <p:cNvSpPr>
            <a:spLocks noGrp="1"/>
          </p:cNvSpPr>
          <p:nvPr>
            <p:ph type="title"/>
          </p:nvPr>
        </p:nvSpPr>
        <p:spPr>
          <a:xfrm>
            <a:off x="839788" y="457200"/>
            <a:ext cx="3932237" cy="1600200"/>
          </a:xfrm>
        </p:spPr>
        <p:txBody>
          <a:bodyPr anchor="b"/>
          <a:lstStyle>
            <a:lvl1pPr>
              <a:defRPr sz="3200"/>
            </a:lvl1pPr>
          </a:lstStyle>
          <a:p>
            <a:r>
              <a:rPr lang="zh-TW" altLang="es-CR"/>
              <a:t>按一下以編輯母片標題樣式</a:t>
            </a:r>
            <a:endParaRPr lang="es-CR"/>
          </a:p>
        </p:txBody>
      </p:sp>
      <p:sp>
        <p:nvSpPr>
          <p:cNvPr id="3" name="圖片版面配置區 2">
            <a:extLst>
              <a:ext uri="{FF2B5EF4-FFF2-40B4-BE49-F238E27FC236}">
                <a16:creationId xmlns:a16="http://schemas.microsoft.com/office/drawing/2014/main" id="{EDF8D004-400D-74E8-B2D9-F86BE21FB38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R"/>
          </a:p>
        </p:txBody>
      </p:sp>
      <p:sp>
        <p:nvSpPr>
          <p:cNvPr id="4" name="文字版面配置區 3">
            <a:extLst>
              <a:ext uri="{FF2B5EF4-FFF2-40B4-BE49-F238E27FC236}">
                <a16:creationId xmlns:a16="http://schemas.microsoft.com/office/drawing/2014/main" id="{54A23DBA-4204-B966-0D60-A43ACBFD0F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s-CR"/>
              <a:t>按一下以編輯母片文字樣式</a:t>
            </a:r>
          </a:p>
        </p:txBody>
      </p:sp>
      <p:sp>
        <p:nvSpPr>
          <p:cNvPr id="5" name="日期版面配置區 4">
            <a:extLst>
              <a:ext uri="{FF2B5EF4-FFF2-40B4-BE49-F238E27FC236}">
                <a16:creationId xmlns:a16="http://schemas.microsoft.com/office/drawing/2014/main" id="{575B8906-1709-8585-3C68-A5CA32279C7F}"/>
              </a:ext>
            </a:extLst>
          </p:cNvPr>
          <p:cNvSpPr>
            <a:spLocks noGrp="1"/>
          </p:cNvSpPr>
          <p:nvPr>
            <p:ph type="dt" sz="half" idx="10"/>
          </p:nvPr>
        </p:nvSpPr>
        <p:spPr/>
        <p:txBody>
          <a:bodyPr/>
          <a:lstStyle/>
          <a:p>
            <a:fld id="{8D49D90E-2A27-4A08-8489-7B4E82AD3C47}" type="datetimeFigureOut">
              <a:rPr lang="es-CR" smtClean="0"/>
              <a:t>24/7/2025</a:t>
            </a:fld>
            <a:endParaRPr lang="es-CR"/>
          </a:p>
        </p:txBody>
      </p:sp>
      <p:sp>
        <p:nvSpPr>
          <p:cNvPr id="6" name="頁尾版面配置區 5">
            <a:extLst>
              <a:ext uri="{FF2B5EF4-FFF2-40B4-BE49-F238E27FC236}">
                <a16:creationId xmlns:a16="http://schemas.microsoft.com/office/drawing/2014/main" id="{2D1F0597-BE6D-1E19-A39E-62072561EF22}"/>
              </a:ext>
            </a:extLst>
          </p:cNvPr>
          <p:cNvSpPr>
            <a:spLocks noGrp="1"/>
          </p:cNvSpPr>
          <p:nvPr>
            <p:ph type="ftr" sz="quarter" idx="11"/>
          </p:nvPr>
        </p:nvSpPr>
        <p:spPr/>
        <p:txBody>
          <a:bodyPr/>
          <a:lstStyle/>
          <a:p>
            <a:endParaRPr lang="es-CR"/>
          </a:p>
        </p:txBody>
      </p:sp>
      <p:sp>
        <p:nvSpPr>
          <p:cNvPr id="7" name="投影片編號版面配置區 6">
            <a:extLst>
              <a:ext uri="{FF2B5EF4-FFF2-40B4-BE49-F238E27FC236}">
                <a16:creationId xmlns:a16="http://schemas.microsoft.com/office/drawing/2014/main" id="{3273E2D0-8610-A233-C800-9B8775E122C9}"/>
              </a:ext>
            </a:extLst>
          </p:cNvPr>
          <p:cNvSpPr>
            <a:spLocks noGrp="1"/>
          </p:cNvSpPr>
          <p:nvPr>
            <p:ph type="sldNum" sz="quarter" idx="12"/>
          </p:nvPr>
        </p:nvSpPr>
        <p:spPr/>
        <p:txBody>
          <a:bodyPr/>
          <a:lstStyle/>
          <a:p>
            <a:fld id="{9DF9B953-E063-4640-AFD3-855B55D904AB}" type="slidenum">
              <a:rPr lang="es-CR" smtClean="0"/>
              <a:t>‹#›</a:t>
            </a:fld>
            <a:endParaRPr lang="es-CR"/>
          </a:p>
        </p:txBody>
      </p:sp>
    </p:spTree>
    <p:extLst>
      <p:ext uri="{BB962C8B-B14F-4D97-AF65-F5344CB8AC3E}">
        <p14:creationId xmlns:p14="http://schemas.microsoft.com/office/powerpoint/2010/main" val="41146365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F3B270B-572A-9273-44D0-FCB74BCD051F}"/>
              </a:ext>
            </a:extLst>
          </p:cNvPr>
          <p:cNvSpPr>
            <a:spLocks noGrp="1"/>
          </p:cNvSpPr>
          <p:nvPr>
            <p:ph type="title"/>
          </p:nvPr>
        </p:nvSpPr>
        <p:spPr/>
        <p:txBody>
          <a:bodyPr/>
          <a:lstStyle/>
          <a:p>
            <a:r>
              <a:rPr lang="zh-TW" altLang="es-CR"/>
              <a:t>按一下以編輯母片標題樣式</a:t>
            </a:r>
            <a:endParaRPr lang="es-CR"/>
          </a:p>
        </p:txBody>
      </p:sp>
      <p:sp>
        <p:nvSpPr>
          <p:cNvPr id="3" name="直排文字版面配置區 2">
            <a:extLst>
              <a:ext uri="{FF2B5EF4-FFF2-40B4-BE49-F238E27FC236}">
                <a16:creationId xmlns:a16="http://schemas.microsoft.com/office/drawing/2014/main" id="{A98DF5A6-E08A-453E-2F36-4D23260F97D0}"/>
              </a:ext>
            </a:extLst>
          </p:cNvPr>
          <p:cNvSpPr>
            <a:spLocks noGrp="1"/>
          </p:cNvSpPr>
          <p:nvPr>
            <p:ph type="body" orient="vert" idx="1"/>
          </p:nvPr>
        </p:nvSpPr>
        <p:spPr/>
        <p:txBody>
          <a:bodyPr vert="eaVert"/>
          <a:lstStyle/>
          <a:p>
            <a:pPr lvl="0"/>
            <a:r>
              <a:rPr lang="zh-TW" altLang="es-CR"/>
              <a:t>按一下以編輯母片文字樣式</a:t>
            </a:r>
          </a:p>
          <a:p>
            <a:pPr lvl="1"/>
            <a:r>
              <a:rPr lang="zh-TW" altLang="es-CR"/>
              <a:t>第二層</a:t>
            </a:r>
          </a:p>
          <a:p>
            <a:pPr lvl="2"/>
            <a:r>
              <a:rPr lang="zh-TW" altLang="es-CR"/>
              <a:t>第三層</a:t>
            </a:r>
          </a:p>
          <a:p>
            <a:pPr lvl="3"/>
            <a:r>
              <a:rPr lang="zh-TW" altLang="es-CR"/>
              <a:t>第四層</a:t>
            </a:r>
          </a:p>
          <a:p>
            <a:pPr lvl="4"/>
            <a:r>
              <a:rPr lang="zh-TW" altLang="es-CR"/>
              <a:t>第五層</a:t>
            </a:r>
            <a:endParaRPr lang="es-CR"/>
          </a:p>
        </p:txBody>
      </p:sp>
      <p:sp>
        <p:nvSpPr>
          <p:cNvPr id="4" name="日期版面配置區 3">
            <a:extLst>
              <a:ext uri="{FF2B5EF4-FFF2-40B4-BE49-F238E27FC236}">
                <a16:creationId xmlns:a16="http://schemas.microsoft.com/office/drawing/2014/main" id="{1908DF1E-E113-745A-66A1-25575822EDDF}"/>
              </a:ext>
            </a:extLst>
          </p:cNvPr>
          <p:cNvSpPr>
            <a:spLocks noGrp="1"/>
          </p:cNvSpPr>
          <p:nvPr>
            <p:ph type="dt" sz="half" idx="10"/>
          </p:nvPr>
        </p:nvSpPr>
        <p:spPr/>
        <p:txBody>
          <a:bodyPr/>
          <a:lstStyle/>
          <a:p>
            <a:fld id="{8D49D90E-2A27-4A08-8489-7B4E82AD3C47}" type="datetimeFigureOut">
              <a:rPr lang="es-CR" smtClean="0"/>
              <a:t>24/7/2025</a:t>
            </a:fld>
            <a:endParaRPr lang="es-CR"/>
          </a:p>
        </p:txBody>
      </p:sp>
      <p:sp>
        <p:nvSpPr>
          <p:cNvPr id="5" name="頁尾版面配置區 4">
            <a:extLst>
              <a:ext uri="{FF2B5EF4-FFF2-40B4-BE49-F238E27FC236}">
                <a16:creationId xmlns:a16="http://schemas.microsoft.com/office/drawing/2014/main" id="{D980F534-B4F0-317D-8F2D-9D3010E47D94}"/>
              </a:ext>
            </a:extLst>
          </p:cNvPr>
          <p:cNvSpPr>
            <a:spLocks noGrp="1"/>
          </p:cNvSpPr>
          <p:nvPr>
            <p:ph type="ftr" sz="quarter" idx="11"/>
          </p:nvPr>
        </p:nvSpPr>
        <p:spPr/>
        <p:txBody>
          <a:bodyPr/>
          <a:lstStyle/>
          <a:p>
            <a:endParaRPr lang="es-CR"/>
          </a:p>
        </p:txBody>
      </p:sp>
      <p:sp>
        <p:nvSpPr>
          <p:cNvPr id="6" name="投影片編號版面配置區 5">
            <a:extLst>
              <a:ext uri="{FF2B5EF4-FFF2-40B4-BE49-F238E27FC236}">
                <a16:creationId xmlns:a16="http://schemas.microsoft.com/office/drawing/2014/main" id="{1932AB93-899A-E947-5A66-38EC7898AD08}"/>
              </a:ext>
            </a:extLst>
          </p:cNvPr>
          <p:cNvSpPr>
            <a:spLocks noGrp="1"/>
          </p:cNvSpPr>
          <p:nvPr>
            <p:ph type="sldNum" sz="quarter" idx="12"/>
          </p:nvPr>
        </p:nvSpPr>
        <p:spPr/>
        <p:txBody>
          <a:bodyPr/>
          <a:lstStyle/>
          <a:p>
            <a:fld id="{9DF9B953-E063-4640-AFD3-855B55D904AB}" type="slidenum">
              <a:rPr lang="es-CR" smtClean="0"/>
              <a:t>‹#›</a:t>
            </a:fld>
            <a:endParaRPr lang="es-CR"/>
          </a:p>
        </p:txBody>
      </p:sp>
    </p:spTree>
    <p:extLst>
      <p:ext uri="{BB962C8B-B14F-4D97-AF65-F5344CB8AC3E}">
        <p14:creationId xmlns:p14="http://schemas.microsoft.com/office/powerpoint/2010/main" val="23312803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8BA4FBF7-0134-E0A9-4490-C899AB49005B}"/>
              </a:ext>
            </a:extLst>
          </p:cNvPr>
          <p:cNvSpPr>
            <a:spLocks noGrp="1"/>
          </p:cNvSpPr>
          <p:nvPr>
            <p:ph type="title" orient="vert"/>
          </p:nvPr>
        </p:nvSpPr>
        <p:spPr>
          <a:xfrm>
            <a:off x="8724900" y="365125"/>
            <a:ext cx="2628900" cy="5811838"/>
          </a:xfrm>
        </p:spPr>
        <p:txBody>
          <a:bodyPr vert="eaVert"/>
          <a:lstStyle/>
          <a:p>
            <a:r>
              <a:rPr lang="zh-TW" altLang="es-CR"/>
              <a:t>按一下以編輯母片標題樣式</a:t>
            </a:r>
            <a:endParaRPr lang="es-CR"/>
          </a:p>
        </p:txBody>
      </p:sp>
      <p:sp>
        <p:nvSpPr>
          <p:cNvPr id="3" name="直排文字版面配置區 2">
            <a:extLst>
              <a:ext uri="{FF2B5EF4-FFF2-40B4-BE49-F238E27FC236}">
                <a16:creationId xmlns:a16="http://schemas.microsoft.com/office/drawing/2014/main" id="{D533CEE3-D62F-C76A-9880-F875E498A827}"/>
              </a:ext>
            </a:extLst>
          </p:cNvPr>
          <p:cNvSpPr>
            <a:spLocks noGrp="1"/>
          </p:cNvSpPr>
          <p:nvPr>
            <p:ph type="body" orient="vert" idx="1"/>
          </p:nvPr>
        </p:nvSpPr>
        <p:spPr>
          <a:xfrm>
            <a:off x="838200" y="365125"/>
            <a:ext cx="7734300" cy="5811838"/>
          </a:xfrm>
        </p:spPr>
        <p:txBody>
          <a:bodyPr vert="eaVert"/>
          <a:lstStyle/>
          <a:p>
            <a:pPr lvl="0"/>
            <a:r>
              <a:rPr lang="zh-TW" altLang="es-CR"/>
              <a:t>按一下以編輯母片文字樣式</a:t>
            </a:r>
          </a:p>
          <a:p>
            <a:pPr lvl="1"/>
            <a:r>
              <a:rPr lang="zh-TW" altLang="es-CR"/>
              <a:t>第二層</a:t>
            </a:r>
          </a:p>
          <a:p>
            <a:pPr lvl="2"/>
            <a:r>
              <a:rPr lang="zh-TW" altLang="es-CR"/>
              <a:t>第三層</a:t>
            </a:r>
          </a:p>
          <a:p>
            <a:pPr lvl="3"/>
            <a:r>
              <a:rPr lang="zh-TW" altLang="es-CR"/>
              <a:t>第四層</a:t>
            </a:r>
          </a:p>
          <a:p>
            <a:pPr lvl="4"/>
            <a:r>
              <a:rPr lang="zh-TW" altLang="es-CR"/>
              <a:t>第五層</a:t>
            </a:r>
            <a:endParaRPr lang="es-CR"/>
          </a:p>
        </p:txBody>
      </p:sp>
      <p:sp>
        <p:nvSpPr>
          <p:cNvPr id="4" name="日期版面配置區 3">
            <a:extLst>
              <a:ext uri="{FF2B5EF4-FFF2-40B4-BE49-F238E27FC236}">
                <a16:creationId xmlns:a16="http://schemas.microsoft.com/office/drawing/2014/main" id="{2B7B994A-859B-4471-5DD8-E712C17B910E}"/>
              </a:ext>
            </a:extLst>
          </p:cNvPr>
          <p:cNvSpPr>
            <a:spLocks noGrp="1"/>
          </p:cNvSpPr>
          <p:nvPr>
            <p:ph type="dt" sz="half" idx="10"/>
          </p:nvPr>
        </p:nvSpPr>
        <p:spPr/>
        <p:txBody>
          <a:bodyPr/>
          <a:lstStyle/>
          <a:p>
            <a:fld id="{8D49D90E-2A27-4A08-8489-7B4E82AD3C47}" type="datetimeFigureOut">
              <a:rPr lang="es-CR" smtClean="0"/>
              <a:t>24/7/2025</a:t>
            </a:fld>
            <a:endParaRPr lang="es-CR"/>
          </a:p>
        </p:txBody>
      </p:sp>
      <p:sp>
        <p:nvSpPr>
          <p:cNvPr id="5" name="頁尾版面配置區 4">
            <a:extLst>
              <a:ext uri="{FF2B5EF4-FFF2-40B4-BE49-F238E27FC236}">
                <a16:creationId xmlns:a16="http://schemas.microsoft.com/office/drawing/2014/main" id="{9A7C995B-ED0C-0A28-CADC-DA1C1EF9595C}"/>
              </a:ext>
            </a:extLst>
          </p:cNvPr>
          <p:cNvSpPr>
            <a:spLocks noGrp="1"/>
          </p:cNvSpPr>
          <p:nvPr>
            <p:ph type="ftr" sz="quarter" idx="11"/>
          </p:nvPr>
        </p:nvSpPr>
        <p:spPr/>
        <p:txBody>
          <a:bodyPr/>
          <a:lstStyle/>
          <a:p>
            <a:endParaRPr lang="es-CR"/>
          </a:p>
        </p:txBody>
      </p:sp>
      <p:sp>
        <p:nvSpPr>
          <p:cNvPr id="6" name="投影片編號版面配置區 5">
            <a:extLst>
              <a:ext uri="{FF2B5EF4-FFF2-40B4-BE49-F238E27FC236}">
                <a16:creationId xmlns:a16="http://schemas.microsoft.com/office/drawing/2014/main" id="{19D66687-ACC0-2961-86B1-031692D730AF}"/>
              </a:ext>
            </a:extLst>
          </p:cNvPr>
          <p:cNvSpPr>
            <a:spLocks noGrp="1"/>
          </p:cNvSpPr>
          <p:nvPr>
            <p:ph type="sldNum" sz="quarter" idx="12"/>
          </p:nvPr>
        </p:nvSpPr>
        <p:spPr/>
        <p:txBody>
          <a:bodyPr/>
          <a:lstStyle/>
          <a:p>
            <a:fld id="{9DF9B953-E063-4640-AFD3-855B55D904AB}" type="slidenum">
              <a:rPr lang="es-CR" smtClean="0"/>
              <a:t>‹#›</a:t>
            </a:fld>
            <a:endParaRPr lang="es-CR"/>
          </a:p>
        </p:txBody>
      </p:sp>
    </p:spTree>
    <p:extLst>
      <p:ext uri="{BB962C8B-B14F-4D97-AF65-F5344CB8AC3E}">
        <p14:creationId xmlns:p14="http://schemas.microsoft.com/office/powerpoint/2010/main" val="26230700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9A28F728-626F-D100-4DC8-1E8D0E5229C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s-CR"/>
              <a:t>按一下以編輯母片標題樣式</a:t>
            </a:r>
            <a:endParaRPr lang="es-CR"/>
          </a:p>
        </p:txBody>
      </p:sp>
      <p:sp>
        <p:nvSpPr>
          <p:cNvPr id="3" name="文字版面配置區 2">
            <a:extLst>
              <a:ext uri="{FF2B5EF4-FFF2-40B4-BE49-F238E27FC236}">
                <a16:creationId xmlns:a16="http://schemas.microsoft.com/office/drawing/2014/main" id="{EF3AFB55-05A7-20A3-0DF6-F58AA01291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s-CR"/>
              <a:t>按一下以編輯母片文字樣式</a:t>
            </a:r>
          </a:p>
          <a:p>
            <a:pPr lvl="1"/>
            <a:r>
              <a:rPr lang="zh-TW" altLang="es-CR"/>
              <a:t>第二層</a:t>
            </a:r>
          </a:p>
          <a:p>
            <a:pPr lvl="2"/>
            <a:r>
              <a:rPr lang="zh-TW" altLang="es-CR"/>
              <a:t>第三層</a:t>
            </a:r>
          </a:p>
          <a:p>
            <a:pPr lvl="3"/>
            <a:r>
              <a:rPr lang="zh-TW" altLang="es-CR"/>
              <a:t>第四層</a:t>
            </a:r>
          </a:p>
          <a:p>
            <a:pPr lvl="4"/>
            <a:r>
              <a:rPr lang="zh-TW" altLang="es-CR"/>
              <a:t>第五層</a:t>
            </a:r>
            <a:endParaRPr lang="es-CR"/>
          </a:p>
        </p:txBody>
      </p:sp>
      <p:sp>
        <p:nvSpPr>
          <p:cNvPr id="4" name="日期版面配置區 3">
            <a:extLst>
              <a:ext uri="{FF2B5EF4-FFF2-40B4-BE49-F238E27FC236}">
                <a16:creationId xmlns:a16="http://schemas.microsoft.com/office/drawing/2014/main" id="{701878A5-CCAE-40D0-1A4D-5811FB67411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D49D90E-2A27-4A08-8489-7B4E82AD3C47}" type="datetimeFigureOut">
              <a:rPr lang="es-CR" smtClean="0"/>
              <a:t>24/7/2025</a:t>
            </a:fld>
            <a:endParaRPr lang="es-CR"/>
          </a:p>
        </p:txBody>
      </p:sp>
      <p:sp>
        <p:nvSpPr>
          <p:cNvPr id="5" name="頁尾版面配置區 4">
            <a:extLst>
              <a:ext uri="{FF2B5EF4-FFF2-40B4-BE49-F238E27FC236}">
                <a16:creationId xmlns:a16="http://schemas.microsoft.com/office/drawing/2014/main" id="{BCE2518E-5EC3-20CA-6728-E48B13E9BB5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R"/>
          </a:p>
        </p:txBody>
      </p:sp>
      <p:sp>
        <p:nvSpPr>
          <p:cNvPr id="6" name="投影片編號版面配置區 5">
            <a:extLst>
              <a:ext uri="{FF2B5EF4-FFF2-40B4-BE49-F238E27FC236}">
                <a16:creationId xmlns:a16="http://schemas.microsoft.com/office/drawing/2014/main" id="{1166E904-CFE4-1EF4-D6A6-E23CC07EBDE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F9B953-E063-4640-AFD3-855B55D904AB}" type="slidenum">
              <a:rPr lang="es-CR" smtClean="0"/>
              <a:t>‹#›</a:t>
            </a:fld>
            <a:endParaRPr lang="es-CR"/>
          </a:p>
        </p:txBody>
      </p:sp>
    </p:spTree>
    <p:extLst>
      <p:ext uri="{BB962C8B-B14F-4D97-AF65-F5344CB8AC3E}">
        <p14:creationId xmlns:p14="http://schemas.microsoft.com/office/powerpoint/2010/main" val="23402651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a:extLst>
              <a:ext uri="{FF2B5EF4-FFF2-40B4-BE49-F238E27FC236}">
                <a16:creationId xmlns:a16="http://schemas.microsoft.com/office/drawing/2014/main" id="{75677ACE-CCFF-8D06-1673-212738C0B604}"/>
              </a:ext>
            </a:extLst>
          </p:cNvPr>
          <p:cNvSpPr txBox="1"/>
          <p:nvPr/>
        </p:nvSpPr>
        <p:spPr>
          <a:xfrm>
            <a:off x="628650" y="491490"/>
            <a:ext cx="8492490" cy="2034540"/>
          </a:xfrm>
          <a:prstGeom prst="rect">
            <a:avLst/>
          </a:prstGeom>
          <a:noFill/>
        </p:spPr>
        <p:txBody>
          <a:bodyPr wrap="square" rtlCol="0">
            <a:spAutoFit/>
          </a:bodyPr>
          <a:lstStyle/>
          <a:p>
            <a:r>
              <a:rPr lang="es-CR" b="1" dirty="0"/>
              <a:t>Ejercicio 1:</a:t>
            </a:r>
          </a:p>
          <a:p>
            <a:r>
              <a:rPr lang="es-CR" dirty="0"/>
              <a:t>En una tienda de mascotas, cada perro tiene un nombre, una raza, una edad y un peso. Algunos perros están disponibles para adopción y otros ya han sido adoptados. La tienda puede bañar a los perros y también alimentarlos, lo cual incrementa su peso. Además, cuando un perro es adoptado, debe registrarse la fecha de adopción y marcarse como no disponible.</a:t>
            </a:r>
          </a:p>
          <a:p>
            <a:endParaRPr lang="es-CR" dirty="0"/>
          </a:p>
        </p:txBody>
      </p:sp>
      <p:graphicFrame>
        <p:nvGraphicFramePr>
          <p:cNvPr id="2" name="表格 1">
            <a:extLst>
              <a:ext uri="{FF2B5EF4-FFF2-40B4-BE49-F238E27FC236}">
                <a16:creationId xmlns:a16="http://schemas.microsoft.com/office/drawing/2014/main" id="{56C5B813-D8F1-902E-27BB-09217B1A19DB}"/>
              </a:ext>
            </a:extLst>
          </p:cNvPr>
          <p:cNvGraphicFramePr>
            <a:graphicFrameLocks noGrp="1"/>
          </p:cNvGraphicFramePr>
          <p:nvPr>
            <p:extLst>
              <p:ext uri="{D42A27DB-BD31-4B8C-83A1-F6EECF244321}">
                <p14:modId xmlns:p14="http://schemas.microsoft.com/office/powerpoint/2010/main" val="3023042781"/>
              </p:ext>
            </p:extLst>
          </p:nvPr>
        </p:nvGraphicFramePr>
        <p:xfrm>
          <a:off x="3060700" y="2630223"/>
          <a:ext cx="4071620" cy="3014876"/>
        </p:xfrm>
        <a:graphic>
          <a:graphicData uri="http://schemas.openxmlformats.org/drawingml/2006/table">
            <a:tbl>
              <a:tblPr firstRow="1" bandRow="1">
                <a:tableStyleId>{5C22544A-7EE6-4342-B048-85BDC9FD1C3A}</a:tableStyleId>
              </a:tblPr>
              <a:tblGrid>
                <a:gridCol w="2035810">
                  <a:extLst>
                    <a:ext uri="{9D8B030D-6E8A-4147-A177-3AD203B41FA5}">
                      <a16:colId xmlns:a16="http://schemas.microsoft.com/office/drawing/2014/main" val="3110118715"/>
                    </a:ext>
                  </a:extLst>
                </a:gridCol>
                <a:gridCol w="2035810">
                  <a:extLst>
                    <a:ext uri="{9D8B030D-6E8A-4147-A177-3AD203B41FA5}">
                      <a16:colId xmlns:a16="http://schemas.microsoft.com/office/drawing/2014/main" val="1350202117"/>
                    </a:ext>
                  </a:extLst>
                </a:gridCol>
              </a:tblGrid>
              <a:tr h="41015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R" dirty="0"/>
                        <a:t>Clase:</a:t>
                      </a:r>
                    </a:p>
                  </a:txBody>
                  <a:tcPr/>
                </a:tc>
                <a:tc>
                  <a:txBody>
                    <a:bodyPr/>
                    <a:lstStyle/>
                    <a:p>
                      <a:pPr algn="ctr"/>
                      <a:r>
                        <a:rPr lang="es-CR" dirty="0"/>
                        <a:t>Método</a:t>
                      </a:r>
                    </a:p>
                  </a:txBody>
                  <a:tcPr/>
                </a:tc>
                <a:extLst>
                  <a:ext uri="{0D108BD9-81ED-4DB2-BD59-A6C34878D82A}">
                    <a16:rowId xmlns:a16="http://schemas.microsoft.com/office/drawing/2014/main" val="2918791756"/>
                  </a:ext>
                </a:extLst>
              </a:tr>
              <a:tr h="41015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R" dirty="0"/>
                        <a:t>Perro</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R" dirty="0"/>
                        <a:t>Bañar (+ peso)</a:t>
                      </a:r>
                    </a:p>
                  </a:txBody>
                  <a:tcPr/>
                </a:tc>
                <a:extLst>
                  <a:ext uri="{0D108BD9-81ED-4DB2-BD59-A6C34878D82A}">
                    <a16:rowId xmlns:a16="http://schemas.microsoft.com/office/drawing/2014/main" val="807402246"/>
                  </a:ext>
                </a:extLst>
              </a:tr>
              <a:tr h="300294">
                <a:tc>
                  <a:txBody>
                    <a:bodyPr/>
                    <a:lstStyle/>
                    <a:p>
                      <a:pPr algn="ctr"/>
                      <a:r>
                        <a:rPr lang="es-CR" dirty="0"/>
                        <a:t>Atributo</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R" dirty="0"/>
                        <a:t>Alimentar (+ peso)</a:t>
                      </a:r>
                    </a:p>
                  </a:txBody>
                  <a:tcPr/>
                </a:tc>
                <a:extLst>
                  <a:ext uri="{0D108BD9-81ED-4DB2-BD59-A6C34878D82A}">
                    <a16:rowId xmlns:a16="http://schemas.microsoft.com/office/drawing/2014/main" val="2085670682"/>
                  </a:ext>
                </a:extLst>
              </a:tr>
              <a:tr h="300294">
                <a:tc>
                  <a:txBody>
                    <a:bodyPr/>
                    <a:lstStyle/>
                    <a:p>
                      <a:pPr algn="ctr"/>
                      <a:r>
                        <a:rPr lang="es-CR" dirty="0"/>
                        <a:t>Raza (</a:t>
                      </a:r>
                      <a:r>
                        <a:rPr lang="es-CR" dirty="0" err="1"/>
                        <a:t>string</a:t>
                      </a:r>
                      <a:r>
                        <a:rPr lang="es-CR" dirty="0"/>
                        <a:t>)</a:t>
                      </a:r>
                    </a:p>
                  </a:txBody>
                  <a:tcPr/>
                </a:tc>
                <a:tc>
                  <a:txBody>
                    <a:bodyPr/>
                    <a:lstStyle/>
                    <a:p>
                      <a:pPr algn="ctr"/>
                      <a:r>
                        <a:rPr lang="es-CR" dirty="0"/>
                        <a:t>Adoptar</a:t>
                      </a:r>
                    </a:p>
                  </a:txBody>
                  <a:tcPr/>
                </a:tc>
                <a:extLst>
                  <a:ext uri="{0D108BD9-81ED-4DB2-BD59-A6C34878D82A}">
                    <a16:rowId xmlns:a16="http://schemas.microsoft.com/office/drawing/2014/main" val="1485339524"/>
                  </a:ext>
                </a:extLst>
              </a:tr>
              <a:tr h="300294">
                <a:tc>
                  <a:txBody>
                    <a:bodyPr/>
                    <a:lstStyle/>
                    <a:p>
                      <a:pPr algn="ctr"/>
                      <a:r>
                        <a:rPr lang="es-CR" dirty="0"/>
                        <a:t>Edad (int)</a:t>
                      </a:r>
                    </a:p>
                  </a:txBody>
                  <a:tcPr/>
                </a:tc>
                <a:tc>
                  <a:txBody>
                    <a:bodyPr/>
                    <a:lstStyle/>
                    <a:p>
                      <a:pPr algn="ctr"/>
                      <a:endParaRPr lang="es-CR" dirty="0"/>
                    </a:p>
                  </a:txBody>
                  <a:tcPr/>
                </a:tc>
                <a:extLst>
                  <a:ext uri="{0D108BD9-81ED-4DB2-BD59-A6C34878D82A}">
                    <a16:rowId xmlns:a16="http://schemas.microsoft.com/office/drawing/2014/main" val="3853267160"/>
                  </a:ext>
                </a:extLst>
              </a:tr>
              <a:tr h="300294">
                <a:tc>
                  <a:txBody>
                    <a:bodyPr/>
                    <a:lstStyle/>
                    <a:p>
                      <a:pPr algn="ctr"/>
                      <a:r>
                        <a:rPr lang="es-CR" dirty="0"/>
                        <a:t>Peso (int)</a:t>
                      </a:r>
                    </a:p>
                  </a:txBody>
                  <a:tcPr/>
                </a:tc>
                <a:tc>
                  <a:txBody>
                    <a:bodyPr/>
                    <a:lstStyle/>
                    <a:p>
                      <a:pPr algn="ctr"/>
                      <a:endParaRPr lang="es-CR" dirty="0"/>
                    </a:p>
                  </a:txBody>
                  <a:tcPr/>
                </a:tc>
                <a:extLst>
                  <a:ext uri="{0D108BD9-81ED-4DB2-BD59-A6C34878D82A}">
                    <a16:rowId xmlns:a16="http://schemas.microsoft.com/office/drawing/2014/main" val="2019860929"/>
                  </a:ext>
                </a:extLst>
              </a:tr>
              <a:tr h="300294">
                <a:tc>
                  <a:txBody>
                    <a:bodyPr/>
                    <a:lstStyle/>
                    <a:p>
                      <a:pPr algn="ctr"/>
                      <a:r>
                        <a:rPr lang="es-CR" altLang="zh-CN" dirty="0"/>
                        <a:t>Fecha</a:t>
                      </a:r>
                      <a:endParaRPr lang="es-CR" dirty="0"/>
                    </a:p>
                  </a:txBody>
                  <a:tcPr/>
                </a:tc>
                <a:tc>
                  <a:txBody>
                    <a:bodyPr/>
                    <a:lstStyle/>
                    <a:p>
                      <a:pPr algn="ctr"/>
                      <a:endParaRPr lang="es-CR" dirty="0"/>
                    </a:p>
                  </a:txBody>
                  <a:tcPr/>
                </a:tc>
                <a:extLst>
                  <a:ext uri="{0D108BD9-81ED-4DB2-BD59-A6C34878D82A}">
                    <a16:rowId xmlns:a16="http://schemas.microsoft.com/office/drawing/2014/main" val="2732850233"/>
                  </a:ext>
                </a:extLst>
              </a:tr>
              <a:tr h="300294">
                <a:tc>
                  <a:txBody>
                    <a:bodyPr/>
                    <a:lstStyle/>
                    <a:p>
                      <a:pPr algn="ctr"/>
                      <a:r>
                        <a:rPr lang="es-CR" altLang="zh-CN" dirty="0"/>
                        <a:t>Adoptado </a:t>
                      </a:r>
                      <a:r>
                        <a:rPr lang="en-US" altLang="zh-CN" dirty="0"/>
                        <a:t>(</a:t>
                      </a:r>
                      <a:r>
                        <a:rPr lang="en-US" altLang="zh-CN" dirty="0" err="1"/>
                        <a:t>bol</a:t>
                      </a:r>
                      <a:r>
                        <a:rPr lang="en-US" altLang="zh-CN" dirty="0"/>
                        <a:t>)</a:t>
                      </a:r>
                      <a:endParaRPr lang="es-CR" dirty="0"/>
                    </a:p>
                  </a:txBody>
                  <a:tcPr/>
                </a:tc>
                <a:tc>
                  <a:txBody>
                    <a:bodyPr/>
                    <a:lstStyle/>
                    <a:p>
                      <a:pPr algn="ctr"/>
                      <a:endParaRPr lang="es-CR" dirty="0"/>
                    </a:p>
                  </a:txBody>
                  <a:tcPr/>
                </a:tc>
                <a:extLst>
                  <a:ext uri="{0D108BD9-81ED-4DB2-BD59-A6C34878D82A}">
                    <a16:rowId xmlns:a16="http://schemas.microsoft.com/office/drawing/2014/main" val="594248855"/>
                  </a:ext>
                </a:extLst>
              </a:tr>
            </a:tbl>
          </a:graphicData>
        </a:graphic>
      </p:graphicFrame>
    </p:spTree>
    <p:extLst>
      <p:ext uri="{BB962C8B-B14F-4D97-AF65-F5344CB8AC3E}">
        <p14:creationId xmlns:p14="http://schemas.microsoft.com/office/powerpoint/2010/main" val="39766744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a:extLst>
              <a:ext uri="{FF2B5EF4-FFF2-40B4-BE49-F238E27FC236}">
                <a16:creationId xmlns:a16="http://schemas.microsoft.com/office/drawing/2014/main" id="{F26E703F-EB97-3417-7A68-CBE9CF445E85}"/>
              </a:ext>
            </a:extLst>
          </p:cNvPr>
          <p:cNvSpPr txBox="1"/>
          <p:nvPr/>
        </p:nvSpPr>
        <p:spPr>
          <a:xfrm>
            <a:off x="697230" y="92422"/>
            <a:ext cx="10629900" cy="2308324"/>
          </a:xfrm>
          <a:prstGeom prst="rect">
            <a:avLst/>
          </a:prstGeom>
          <a:noFill/>
        </p:spPr>
        <p:txBody>
          <a:bodyPr wrap="square" rtlCol="0">
            <a:spAutoFit/>
          </a:bodyPr>
          <a:lstStyle/>
          <a:p>
            <a:r>
              <a:rPr lang="es-CR" b="1" dirty="0"/>
              <a:t>Ejercicio 2:</a:t>
            </a:r>
          </a:p>
          <a:p>
            <a:r>
              <a:rPr lang="es-CR" dirty="0"/>
              <a:t>En una clínica privada se ha decidido desarrollar un sistema para organizar las citas médicas. Cada paciente puede agendar una cita proporcionando su nombre completo, cédula, número de teléfono y especialidad médica que necesita (pediatría, cardiología, dermatología, etc.). Las citas tienen una fecha y hora específicas, y están asignadas a un médico.</a:t>
            </a:r>
          </a:p>
          <a:p>
            <a:r>
              <a:rPr lang="es-CR" dirty="0"/>
              <a:t>El sistema debe permitir verificar si una cita ya fue atendida o no, y registrar observaciones posteriores a la consulta. El personal de la clínica debe poder consultar los datos del paciente y los detalles de la cita, así como cambiar la fecha o la hora si el paciente lo solicita con antelación.</a:t>
            </a:r>
          </a:p>
        </p:txBody>
      </p:sp>
      <p:graphicFrame>
        <p:nvGraphicFramePr>
          <p:cNvPr id="2" name="表格 1">
            <a:extLst>
              <a:ext uri="{FF2B5EF4-FFF2-40B4-BE49-F238E27FC236}">
                <a16:creationId xmlns:a16="http://schemas.microsoft.com/office/drawing/2014/main" id="{27EB7F95-724F-36FF-0F1F-AA348E98A80E}"/>
              </a:ext>
            </a:extLst>
          </p:cNvPr>
          <p:cNvGraphicFramePr>
            <a:graphicFrameLocks noGrp="1"/>
          </p:cNvGraphicFramePr>
          <p:nvPr>
            <p:extLst>
              <p:ext uri="{D42A27DB-BD31-4B8C-83A1-F6EECF244321}">
                <p14:modId xmlns:p14="http://schemas.microsoft.com/office/powerpoint/2010/main" val="3874637910"/>
              </p:ext>
            </p:extLst>
          </p:nvPr>
        </p:nvGraphicFramePr>
        <p:xfrm>
          <a:off x="226060" y="2754934"/>
          <a:ext cx="6231890" cy="3153358"/>
        </p:xfrm>
        <a:graphic>
          <a:graphicData uri="http://schemas.openxmlformats.org/drawingml/2006/table">
            <a:tbl>
              <a:tblPr firstRow="1" bandRow="1">
                <a:tableStyleId>{5C22544A-7EE6-4342-B048-85BDC9FD1C3A}</a:tableStyleId>
              </a:tblPr>
              <a:tblGrid>
                <a:gridCol w="3115945">
                  <a:extLst>
                    <a:ext uri="{9D8B030D-6E8A-4147-A177-3AD203B41FA5}">
                      <a16:colId xmlns:a16="http://schemas.microsoft.com/office/drawing/2014/main" val="3110118715"/>
                    </a:ext>
                  </a:extLst>
                </a:gridCol>
                <a:gridCol w="3115945">
                  <a:extLst>
                    <a:ext uri="{9D8B030D-6E8A-4147-A177-3AD203B41FA5}">
                      <a16:colId xmlns:a16="http://schemas.microsoft.com/office/drawing/2014/main" val="1350202117"/>
                    </a:ext>
                  </a:extLst>
                </a:gridCol>
              </a:tblGrid>
              <a:tr h="41015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R" dirty="0"/>
                        <a:t>Clase:</a:t>
                      </a:r>
                    </a:p>
                  </a:txBody>
                  <a:tcPr/>
                </a:tc>
                <a:tc>
                  <a:txBody>
                    <a:bodyPr/>
                    <a:lstStyle/>
                    <a:p>
                      <a:pPr algn="ctr"/>
                      <a:r>
                        <a:rPr lang="es-CR" dirty="0"/>
                        <a:t>Método</a:t>
                      </a:r>
                    </a:p>
                  </a:txBody>
                  <a:tcPr/>
                </a:tc>
                <a:extLst>
                  <a:ext uri="{0D108BD9-81ED-4DB2-BD59-A6C34878D82A}">
                    <a16:rowId xmlns:a16="http://schemas.microsoft.com/office/drawing/2014/main" val="2918791756"/>
                  </a:ext>
                </a:extLst>
              </a:tr>
              <a:tr h="41015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R" altLang="zh-CN" dirty="0"/>
                        <a:t>Paciente</a:t>
                      </a:r>
                      <a:endParaRPr lang="es-CR" dirty="0"/>
                    </a:p>
                  </a:txBody>
                  <a:tcPr/>
                </a:tc>
                <a:tc>
                  <a:txBody>
                    <a:bodyPr/>
                    <a:lstStyle/>
                    <a:p>
                      <a:pPr algn="ctr"/>
                      <a:r>
                        <a:rPr lang="es-CR" dirty="0"/>
                        <a:t>Agendar cita (asigna fecha, hora y medico)</a:t>
                      </a:r>
                    </a:p>
                  </a:txBody>
                  <a:tcPr/>
                </a:tc>
                <a:extLst>
                  <a:ext uri="{0D108BD9-81ED-4DB2-BD59-A6C34878D82A}">
                    <a16:rowId xmlns:a16="http://schemas.microsoft.com/office/drawing/2014/main" val="807402246"/>
                  </a:ext>
                </a:extLst>
              </a:tr>
              <a:tr h="0">
                <a:tc>
                  <a:txBody>
                    <a:bodyPr/>
                    <a:lstStyle/>
                    <a:p>
                      <a:pPr algn="ctr"/>
                      <a:r>
                        <a:rPr lang="es-CR" dirty="0"/>
                        <a:t>Atributo</a:t>
                      </a:r>
                    </a:p>
                  </a:txBody>
                  <a:tcPr>
                    <a:solidFill>
                      <a:schemeClr val="accent1">
                        <a:lumMod val="60000"/>
                        <a:lumOff val="40000"/>
                      </a:schemeClr>
                    </a:solidFill>
                  </a:tcPr>
                </a:tc>
                <a:tc>
                  <a:txBody>
                    <a:bodyPr/>
                    <a:lstStyle/>
                    <a:p>
                      <a:pPr algn="ctr"/>
                      <a:r>
                        <a:rPr lang="es-CR" dirty="0"/>
                        <a:t>Consultar datos (nombre, cedula, teléfono, especialidad)</a:t>
                      </a:r>
                    </a:p>
                  </a:txBody>
                  <a:tcPr/>
                </a:tc>
                <a:extLst>
                  <a:ext uri="{0D108BD9-81ED-4DB2-BD59-A6C34878D82A}">
                    <a16:rowId xmlns:a16="http://schemas.microsoft.com/office/drawing/2014/main" val="2085670682"/>
                  </a:ext>
                </a:extLst>
              </a:tr>
              <a:tr h="300294">
                <a:tc>
                  <a:txBody>
                    <a:bodyPr/>
                    <a:lstStyle/>
                    <a:p>
                      <a:pPr algn="ctr"/>
                      <a:r>
                        <a:rPr lang="es-CR" dirty="0"/>
                        <a:t>Nombre (</a:t>
                      </a:r>
                      <a:r>
                        <a:rPr lang="es-CR" dirty="0" err="1"/>
                        <a:t>string</a:t>
                      </a:r>
                      <a:r>
                        <a:rPr lang="es-CR" dirty="0"/>
                        <a:t>)</a:t>
                      </a:r>
                    </a:p>
                  </a:txBody>
                  <a:tcPr/>
                </a:tc>
                <a:tc>
                  <a:txBody>
                    <a:bodyPr/>
                    <a:lstStyle/>
                    <a:p>
                      <a:pPr algn="ctr"/>
                      <a:endParaRPr lang="es-CR" dirty="0"/>
                    </a:p>
                  </a:txBody>
                  <a:tcPr/>
                </a:tc>
                <a:extLst>
                  <a:ext uri="{0D108BD9-81ED-4DB2-BD59-A6C34878D82A}">
                    <a16:rowId xmlns:a16="http://schemas.microsoft.com/office/drawing/2014/main" val="1485339524"/>
                  </a:ext>
                </a:extLst>
              </a:tr>
              <a:tr h="300294">
                <a:tc>
                  <a:txBody>
                    <a:bodyPr/>
                    <a:lstStyle/>
                    <a:p>
                      <a:pPr algn="ctr"/>
                      <a:r>
                        <a:rPr lang="es-CR" dirty="0"/>
                        <a:t>Cedula (int)</a:t>
                      </a:r>
                    </a:p>
                  </a:txBody>
                  <a:tcPr/>
                </a:tc>
                <a:tc>
                  <a:txBody>
                    <a:bodyPr/>
                    <a:lstStyle/>
                    <a:p>
                      <a:pPr algn="ctr"/>
                      <a:endParaRPr lang="es-CR" dirty="0"/>
                    </a:p>
                  </a:txBody>
                  <a:tcPr/>
                </a:tc>
                <a:extLst>
                  <a:ext uri="{0D108BD9-81ED-4DB2-BD59-A6C34878D82A}">
                    <a16:rowId xmlns:a16="http://schemas.microsoft.com/office/drawing/2014/main" val="3853267160"/>
                  </a:ext>
                </a:extLst>
              </a:tr>
              <a:tr h="300294">
                <a:tc>
                  <a:txBody>
                    <a:bodyPr/>
                    <a:lstStyle/>
                    <a:p>
                      <a:pPr algn="ctr"/>
                      <a:r>
                        <a:rPr lang="es-CR" dirty="0"/>
                        <a:t>Teléfono (int)</a:t>
                      </a:r>
                    </a:p>
                  </a:txBody>
                  <a:tcPr/>
                </a:tc>
                <a:tc>
                  <a:txBody>
                    <a:bodyPr/>
                    <a:lstStyle/>
                    <a:p>
                      <a:pPr algn="ctr"/>
                      <a:endParaRPr lang="es-CR" dirty="0"/>
                    </a:p>
                  </a:txBody>
                  <a:tcPr/>
                </a:tc>
                <a:extLst>
                  <a:ext uri="{0D108BD9-81ED-4DB2-BD59-A6C34878D82A}">
                    <a16:rowId xmlns:a16="http://schemas.microsoft.com/office/drawing/2014/main" val="2019860929"/>
                  </a:ext>
                </a:extLst>
              </a:tr>
              <a:tr h="300294">
                <a:tc>
                  <a:txBody>
                    <a:bodyPr/>
                    <a:lstStyle/>
                    <a:p>
                      <a:pPr algn="ctr"/>
                      <a:r>
                        <a:rPr lang="es-CR" dirty="0"/>
                        <a:t>Especialidad (</a:t>
                      </a:r>
                      <a:r>
                        <a:rPr lang="es-CR" dirty="0" err="1"/>
                        <a:t>string</a:t>
                      </a:r>
                      <a:r>
                        <a:rPr lang="es-CR" dirty="0"/>
                        <a:t>)</a:t>
                      </a:r>
                    </a:p>
                  </a:txBody>
                  <a:tcPr/>
                </a:tc>
                <a:tc>
                  <a:txBody>
                    <a:bodyPr/>
                    <a:lstStyle/>
                    <a:p>
                      <a:pPr algn="ctr"/>
                      <a:endParaRPr lang="es-CR" dirty="0"/>
                    </a:p>
                  </a:txBody>
                  <a:tcPr/>
                </a:tc>
                <a:extLst>
                  <a:ext uri="{0D108BD9-81ED-4DB2-BD59-A6C34878D82A}">
                    <a16:rowId xmlns:a16="http://schemas.microsoft.com/office/drawing/2014/main" val="2732850233"/>
                  </a:ext>
                </a:extLst>
              </a:tr>
            </a:tbl>
          </a:graphicData>
        </a:graphic>
      </p:graphicFrame>
      <p:graphicFrame>
        <p:nvGraphicFramePr>
          <p:cNvPr id="7" name="表格 6">
            <a:extLst>
              <a:ext uri="{FF2B5EF4-FFF2-40B4-BE49-F238E27FC236}">
                <a16:creationId xmlns:a16="http://schemas.microsoft.com/office/drawing/2014/main" id="{5FFED5D9-298D-A48F-BF42-3D625C7DF4A4}"/>
              </a:ext>
            </a:extLst>
          </p:cNvPr>
          <p:cNvGraphicFramePr>
            <a:graphicFrameLocks noGrp="1"/>
          </p:cNvGraphicFramePr>
          <p:nvPr>
            <p:extLst>
              <p:ext uri="{D42A27DB-BD31-4B8C-83A1-F6EECF244321}">
                <p14:modId xmlns:p14="http://schemas.microsoft.com/office/powerpoint/2010/main" val="3107307805"/>
              </p:ext>
            </p:extLst>
          </p:nvPr>
        </p:nvGraphicFramePr>
        <p:xfrm>
          <a:off x="6644640" y="2754934"/>
          <a:ext cx="5022214" cy="3014876"/>
        </p:xfrm>
        <a:graphic>
          <a:graphicData uri="http://schemas.openxmlformats.org/drawingml/2006/table">
            <a:tbl>
              <a:tblPr firstRow="1" bandRow="1">
                <a:tableStyleId>{5C22544A-7EE6-4342-B048-85BDC9FD1C3A}</a:tableStyleId>
              </a:tblPr>
              <a:tblGrid>
                <a:gridCol w="2511107">
                  <a:extLst>
                    <a:ext uri="{9D8B030D-6E8A-4147-A177-3AD203B41FA5}">
                      <a16:colId xmlns:a16="http://schemas.microsoft.com/office/drawing/2014/main" val="3110118715"/>
                    </a:ext>
                  </a:extLst>
                </a:gridCol>
                <a:gridCol w="2511107">
                  <a:extLst>
                    <a:ext uri="{9D8B030D-6E8A-4147-A177-3AD203B41FA5}">
                      <a16:colId xmlns:a16="http://schemas.microsoft.com/office/drawing/2014/main" val="1350202117"/>
                    </a:ext>
                  </a:extLst>
                </a:gridCol>
              </a:tblGrid>
              <a:tr h="41015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R" dirty="0"/>
                        <a:t>Clase:</a:t>
                      </a:r>
                    </a:p>
                  </a:txBody>
                  <a:tcPr/>
                </a:tc>
                <a:tc>
                  <a:txBody>
                    <a:bodyPr/>
                    <a:lstStyle/>
                    <a:p>
                      <a:pPr algn="ctr"/>
                      <a:r>
                        <a:rPr lang="es-CR" dirty="0"/>
                        <a:t>Método</a:t>
                      </a:r>
                    </a:p>
                  </a:txBody>
                  <a:tcPr/>
                </a:tc>
                <a:extLst>
                  <a:ext uri="{0D108BD9-81ED-4DB2-BD59-A6C34878D82A}">
                    <a16:rowId xmlns:a16="http://schemas.microsoft.com/office/drawing/2014/main" val="2918791756"/>
                  </a:ext>
                </a:extLst>
              </a:tr>
              <a:tr h="41015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R" altLang="zh-CN" dirty="0"/>
                        <a:t>Cita</a:t>
                      </a:r>
                      <a:endParaRPr lang="es-CR" dirty="0"/>
                    </a:p>
                  </a:txBody>
                  <a:tcPr/>
                </a:tc>
                <a:tc>
                  <a:txBody>
                    <a:bodyPr/>
                    <a:lstStyle/>
                    <a:p>
                      <a:r>
                        <a:rPr lang="es-CR" dirty="0"/>
                        <a:t>Registrar observaciones</a:t>
                      </a:r>
                    </a:p>
                  </a:txBody>
                  <a:tcPr/>
                </a:tc>
                <a:extLst>
                  <a:ext uri="{0D108BD9-81ED-4DB2-BD59-A6C34878D82A}">
                    <a16:rowId xmlns:a16="http://schemas.microsoft.com/office/drawing/2014/main" val="807402246"/>
                  </a:ext>
                </a:extLst>
              </a:tr>
              <a:tr h="0">
                <a:tc>
                  <a:txBody>
                    <a:bodyPr/>
                    <a:lstStyle/>
                    <a:p>
                      <a:pPr algn="ctr"/>
                      <a:r>
                        <a:rPr lang="es-CR" dirty="0"/>
                        <a:t>Atributo</a:t>
                      </a:r>
                    </a:p>
                  </a:txBody>
                  <a:tcPr>
                    <a:solidFill>
                      <a:schemeClr val="accent1">
                        <a:lumMod val="60000"/>
                        <a:lumOff val="40000"/>
                      </a:schemeClr>
                    </a:solidFill>
                  </a:tcPr>
                </a:tc>
                <a:tc>
                  <a:txBody>
                    <a:bodyPr/>
                    <a:lstStyle/>
                    <a:p>
                      <a:pPr algn="ctr"/>
                      <a:r>
                        <a:rPr lang="es-CR" dirty="0"/>
                        <a:t>Consultar datos</a:t>
                      </a:r>
                    </a:p>
                  </a:txBody>
                  <a:tcPr/>
                </a:tc>
                <a:extLst>
                  <a:ext uri="{0D108BD9-81ED-4DB2-BD59-A6C34878D82A}">
                    <a16:rowId xmlns:a16="http://schemas.microsoft.com/office/drawing/2014/main" val="2085670682"/>
                  </a:ext>
                </a:extLst>
              </a:tr>
              <a:tr h="300294">
                <a:tc>
                  <a:txBody>
                    <a:bodyPr/>
                    <a:lstStyle/>
                    <a:p>
                      <a:pPr algn="ctr"/>
                      <a:r>
                        <a:rPr lang="es-CR" altLang="zh-CN" dirty="0"/>
                        <a:t>Fecha</a:t>
                      </a:r>
                      <a:endParaRPr lang="es-CR" dirty="0"/>
                    </a:p>
                  </a:txBody>
                  <a:tcPr/>
                </a:tc>
                <a:tc>
                  <a:txBody>
                    <a:bodyPr/>
                    <a:lstStyle/>
                    <a:p>
                      <a:pPr algn="ctr"/>
                      <a:r>
                        <a:rPr lang="es-CR" dirty="0"/>
                        <a:t>Editar cita </a:t>
                      </a:r>
                    </a:p>
                  </a:txBody>
                  <a:tcPr/>
                </a:tc>
                <a:extLst>
                  <a:ext uri="{0D108BD9-81ED-4DB2-BD59-A6C34878D82A}">
                    <a16:rowId xmlns:a16="http://schemas.microsoft.com/office/drawing/2014/main" val="1485339524"/>
                  </a:ext>
                </a:extLst>
              </a:tr>
              <a:tr h="300294">
                <a:tc>
                  <a:txBody>
                    <a:bodyPr/>
                    <a:lstStyle/>
                    <a:p>
                      <a:pPr algn="ctr"/>
                      <a:r>
                        <a:rPr lang="es-CR" dirty="0"/>
                        <a:t>Hora</a:t>
                      </a:r>
                    </a:p>
                  </a:txBody>
                  <a:tcPr/>
                </a:tc>
                <a:tc>
                  <a:txBody>
                    <a:bodyPr/>
                    <a:lstStyle/>
                    <a:p>
                      <a:pPr algn="ctr"/>
                      <a:endParaRPr lang="es-CR" dirty="0"/>
                    </a:p>
                  </a:txBody>
                  <a:tcPr/>
                </a:tc>
                <a:extLst>
                  <a:ext uri="{0D108BD9-81ED-4DB2-BD59-A6C34878D82A}">
                    <a16:rowId xmlns:a16="http://schemas.microsoft.com/office/drawing/2014/main" val="3853267160"/>
                  </a:ext>
                </a:extLst>
              </a:tr>
              <a:tr h="300294">
                <a:tc>
                  <a:txBody>
                    <a:bodyPr/>
                    <a:lstStyle/>
                    <a:p>
                      <a:pPr algn="ctr"/>
                      <a:r>
                        <a:rPr lang="es-CR" dirty="0"/>
                        <a:t>Medico (</a:t>
                      </a:r>
                      <a:r>
                        <a:rPr lang="es-CR" dirty="0" err="1"/>
                        <a:t>string</a:t>
                      </a:r>
                      <a:r>
                        <a:rPr lang="es-CR" dirty="0"/>
                        <a:t>)</a:t>
                      </a:r>
                    </a:p>
                  </a:txBody>
                  <a:tcPr/>
                </a:tc>
                <a:tc>
                  <a:txBody>
                    <a:bodyPr/>
                    <a:lstStyle/>
                    <a:p>
                      <a:pPr algn="ctr"/>
                      <a:endParaRPr lang="es-CR" dirty="0"/>
                    </a:p>
                  </a:txBody>
                  <a:tcPr/>
                </a:tc>
                <a:extLst>
                  <a:ext uri="{0D108BD9-81ED-4DB2-BD59-A6C34878D82A}">
                    <a16:rowId xmlns:a16="http://schemas.microsoft.com/office/drawing/2014/main" val="2019860929"/>
                  </a:ext>
                </a:extLst>
              </a:tr>
              <a:tr h="300294">
                <a:tc>
                  <a:txBody>
                    <a:bodyPr/>
                    <a:lstStyle/>
                    <a:p>
                      <a:pPr algn="ctr"/>
                      <a:r>
                        <a:rPr lang="es-CR" dirty="0"/>
                        <a:t>Atendida (bol)</a:t>
                      </a:r>
                    </a:p>
                  </a:txBody>
                  <a:tcPr/>
                </a:tc>
                <a:tc>
                  <a:txBody>
                    <a:bodyPr/>
                    <a:lstStyle/>
                    <a:p>
                      <a:pPr algn="ctr"/>
                      <a:endParaRPr lang="es-CR" dirty="0"/>
                    </a:p>
                  </a:txBody>
                  <a:tcPr/>
                </a:tc>
                <a:extLst>
                  <a:ext uri="{0D108BD9-81ED-4DB2-BD59-A6C34878D82A}">
                    <a16:rowId xmlns:a16="http://schemas.microsoft.com/office/drawing/2014/main" val="2732850233"/>
                  </a:ext>
                </a:extLst>
              </a:tr>
              <a:tr h="300294">
                <a:tc>
                  <a:txBody>
                    <a:bodyPr/>
                    <a:lstStyle/>
                    <a:p>
                      <a:pPr algn="ctr"/>
                      <a:r>
                        <a:rPr lang="es-CR" dirty="0"/>
                        <a:t>Observaciones (</a:t>
                      </a:r>
                      <a:r>
                        <a:rPr lang="es-CR" dirty="0" err="1"/>
                        <a:t>string</a:t>
                      </a:r>
                      <a:r>
                        <a:rPr lang="es-CR" dirty="0"/>
                        <a:t>)</a:t>
                      </a:r>
                    </a:p>
                  </a:txBody>
                  <a:tcPr/>
                </a:tc>
                <a:tc>
                  <a:txBody>
                    <a:bodyPr/>
                    <a:lstStyle/>
                    <a:p>
                      <a:pPr algn="ctr"/>
                      <a:endParaRPr lang="es-CR" dirty="0"/>
                    </a:p>
                  </a:txBody>
                  <a:tcPr/>
                </a:tc>
                <a:extLst>
                  <a:ext uri="{0D108BD9-81ED-4DB2-BD59-A6C34878D82A}">
                    <a16:rowId xmlns:a16="http://schemas.microsoft.com/office/drawing/2014/main" val="4264571260"/>
                  </a:ext>
                </a:extLst>
              </a:tr>
            </a:tbl>
          </a:graphicData>
        </a:graphic>
      </p:graphicFrame>
    </p:spTree>
    <p:extLst>
      <p:ext uri="{BB962C8B-B14F-4D97-AF65-F5344CB8AC3E}">
        <p14:creationId xmlns:p14="http://schemas.microsoft.com/office/powerpoint/2010/main" val="38533836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字方塊 5">
            <a:extLst>
              <a:ext uri="{FF2B5EF4-FFF2-40B4-BE49-F238E27FC236}">
                <a16:creationId xmlns:a16="http://schemas.microsoft.com/office/drawing/2014/main" id="{4D25AB7B-BCE2-799A-E38C-CE61B09EB920}"/>
              </a:ext>
            </a:extLst>
          </p:cNvPr>
          <p:cNvSpPr txBox="1"/>
          <p:nvPr/>
        </p:nvSpPr>
        <p:spPr>
          <a:xfrm>
            <a:off x="777240" y="217170"/>
            <a:ext cx="10797540" cy="2585323"/>
          </a:xfrm>
          <a:prstGeom prst="rect">
            <a:avLst/>
          </a:prstGeom>
          <a:noFill/>
        </p:spPr>
        <p:txBody>
          <a:bodyPr wrap="square" rtlCol="0">
            <a:spAutoFit/>
          </a:bodyPr>
          <a:lstStyle/>
          <a:p>
            <a:r>
              <a:rPr lang="es-CR" b="1" dirty="0"/>
              <a:t>Ejercicio 3:</a:t>
            </a:r>
          </a:p>
          <a:p>
            <a:r>
              <a:rPr lang="es-CR" dirty="0"/>
              <a:t>El hotel "Sol y Playa" necesita un sistema para gestionar sus reservas. Cada habitación tiene un número único, una capacidad de personas, un tipo (individual, doble o suite), y una tarifa por noche. Algunas habitaciones pueden estar ocupadas y otras disponibles. </a:t>
            </a:r>
          </a:p>
          <a:p>
            <a:r>
              <a:rPr lang="es-CR" dirty="0"/>
              <a:t>Cuando un cliente hace una reserva, debe proporcionar su nombre completo, número de identificación, fecha de entrada y fecha de salida. El sistema debe calcular el total a pagar según la cantidad de noches y la tarifa por noche de la habitación. También debe poder cancelar la reserva si el cliente avisa con al menos un día de anticipación. El personal del hotel debe tener la capacidad de ver todos los detalles de una reserva y verificar si la habitación está libre o no.</a:t>
            </a:r>
          </a:p>
        </p:txBody>
      </p:sp>
      <p:graphicFrame>
        <p:nvGraphicFramePr>
          <p:cNvPr id="5" name="表格 4">
            <a:extLst>
              <a:ext uri="{FF2B5EF4-FFF2-40B4-BE49-F238E27FC236}">
                <a16:creationId xmlns:a16="http://schemas.microsoft.com/office/drawing/2014/main" id="{9BB5DDAF-093F-94E2-990B-86611E7EB901}"/>
              </a:ext>
            </a:extLst>
          </p:cNvPr>
          <p:cNvGraphicFramePr>
            <a:graphicFrameLocks noGrp="1"/>
          </p:cNvGraphicFramePr>
          <p:nvPr>
            <p:extLst>
              <p:ext uri="{D42A27DB-BD31-4B8C-83A1-F6EECF244321}">
                <p14:modId xmlns:p14="http://schemas.microsoft.com/office/powerpoint/2010/main" val="2444642563"/>
              </p:ext>
            </p:extLst>
          </p:nvPr>
        </p:nvGraphicFramePr>
        <p:xfrm>
          <a:off x="396240" y="3080225"/>
          <a:ext cx="5433060" cy="3244798"/>
        </p:xfrm>
        <a:graphic>
          <a:graphicData uri="http://schemas.openxmlformats.org/drawingml/2006/table">
            <a:tbl>
              <a:tblPr firstRow="1" bandRow="1">
                <a:tableStyleId>{5C22544A-7EE6-4342-B048-85BDC9FD1C3A}</a:tableStyleId>
              </a:tblPr>
              <a:tblGrid>
                <a:gridCol w="2716530">
                  <a:extLst>
                    <a:ext uri="{9D8B030D-6E8A-4147-A177-3AD203B41FA5}">
                      <a16:colId xmlns:a16="http://schemas.microsoft.com/office/drawing/2014/main" val="3110118715"/>
                    </a:ext>
                  </a:extLst>
                </a:gridCol>
                <a:gridCol w="2716530">
                  <a:extLst>
                    <a:ext uri="{9D8B030D-6E8A-4147-A177-3AD203B41FA5}">
                      <a16:colId xmlns:a16="http://schemas.microsoft.com/office/drawing/2014/main" val="1350202117"/>
                    </a:ext>
                  </a:extLst>
                </a:gridCol>
              </a:tblGrid>
              <a:tr h="41015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R" dirty="0"/>
                        <a:t>Clase:</a:t>
                      </a:r>
                    </a:p>
                  </a:txBody>
                  <a:tcPr/>
                </a:tc>
                <a:tc>
                  <a:txBody>
                    <a:bodyPr/>
                    <a:lstStyle/>
                    <a:p>
                      <a:pPr algn="ctr"/>
                      <a:r>
                        <a:rPr lang="es-CR" dirty="0"/>
                        <a:t>Método</a:t>
                      </a:r>
                    </a:p>
                  </a:txBody>
                  <a:tcPr/>
                </a:tc>
                <a:extLst>
                  <a:ext uri="{0D108BD9-81ED-4DB2-BD59-A6C34878D82A}">
                    <a16:rowId xmlns:a16="http://schemas.microsoft.com/office/drawing/2014/main" val="2918791756"/>
                  </a:ext>
                </a:extLst>
              </a:tr>
              <a:tr h="41015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R" altLang="zh-CN" dirty="0"/>
                        <a:t>Habitación</a:t>
                      </a:r>
                      <a:endParaRPr lang="es-CR" dirty="0"/>
                    </a:p>
                  </a:txBody>
                  <a:tcPr/>
                </a:tc>
                <a:tc>
                  <a:txBody>
                    <a:bodyPr/>
                    <a:lstStyle/>
                    <a:p>
                      <a:pPr algn="ctr"/>
                      <a:r>
                        <a:rPr lang="es-CR" dirty="0"/>
                        <a:t>Reservar habitación/cancelar </a:t>
                      </a:r>
                    </a:p>
                  </a:txBody>
                  <a:tcPr/>
                </a:tc>
                <a:extLst>
                  <a:ext uri="{0D108BD9-81ED-4DB2-BD59-A6C34878D82A}">
                    <a16:rowId xmlns:a16="http://schemas.microsoft.com/office/drawing/2014/main" val="807402246"/>
                  </a:ext>
                </a:extLst>
              </a:tr>
              <a:tr h="0">
                <a:tc>
                  <a:txBody>
                    <a:bodyPr/>
                    <a:lstStyle/>
                    <a:p>
                      <a:pPr algn="ctr"/>
                      <a:r>
                        <a:rPr lang="es-CR" dirty="0"/>
                        <a:t>Atributo</a:t>
                      </a:r>
                    </a:p>
                  </a:txBody>
                  <a:tcPr>
                    <a:solidFill>
                      <a:schemeClr val="accent1">
                        <a:lumMod val="60000"/>
                        <a:lumOff val="40000"/>
                      </a:schemeClr>
                    </a:solidFill>
                  </a:tcPr>
                </a:tc>
                <a:tc>
                  <a:txBody>
                    <a:bodyPr/>
                    <a:lstStyle/>
                    <a:p>
                      <a:pPr algn="ctr"/>
                      <a:r>
                        <a:rPr lang="es-CR" dirty="0"/>
                        <a:t>Ver informaciones</a:t>
                      </a:r>
                    </a:p>
                  </a:txBody>
                  <a:tcPr/>
                </a:tc>
                <a:extLst>
                  <a:ext uri="{0D108BD9-81ED-4DB2-BD59-A6C34878D82A}">
                    <a16:rowId xmlns:a16="http://schemas.microsoft.com/office/drawing/2014/main" val="2085670682"/>
                  </a:ext>
                </a:extLst>
              </a:tr>
              <a:tr h="300294">
                <a:tc>
                  <a:txBody>
                    <a:bodyPr/>
                    <a:lstStyle/>
                    <a:p>
                      <a:pPr algn="ctr"/>
                      <a:r>
                        <a:rPr lang="es-CR" dirty="0"/>
                        <a:t>Numero (int)</a:t>
                      </a:r>
                    </a:p>
                  </a:txBody>
                  <a:tcPr/>
                </a:tc>
                <a:tc>
                  <a:txBody>
                    <a:bodyPr/>
                    <a:lstStyle/>
                    <a:p>
                      <a:pPr algn="ctr"/>
                      <a:endParaRPr lang="es-CR" dirty="0"/>
                    </a:p>
                  </a:txBody>
                  <a:tcPr/>
                </a:tc>
                <a:extLst>
                  <a:ext uri="{0D108BD9-81ED-4DB2-BD59-A6C34878D82A}">
                    <a16:rowId xmlns:a16="http://schemas.microsoft.com/office/drawing/2014/main" val="1485339524"/>
                  </a:ext>
                </a:extLst>
              </a:tr>
              <a:tr h="300294">
                <a:tc>
                  <a:txBody>
                    <a:bodyPr/>
                    <a:lstStyle/>
                    <a:p>
                      <a:pPr algn="ctr"/>
                      <a:r>
                        <a:rPr lang="es-CR" dirty="0"/>
                        <a:t>Capacidad (int)</a:t>
                      </a:r>
                    </a:p>
                  </a:txBody>
                  <a:tcPr/>
                </a:tc>
                <a:tc>
                  <a:txBody>
                    <a:bodyPr/>
                    <a:lstStyle/>
                    <a:p>
                      <a:pPr algn="ctr"/>
                      <a:endParaRPr lang="es-CR" dirty="0"/>
                    </a:p>
                  </a:txBody>
                  <a:tcPr/>
                </a:tc>
                <a:extLst>
                  <a:ext uri="{0D108BD9-81ED-4DB2-BD59-A6C34878D82A}">
                    <a16:rowId xmlns:a16="http://schemas.microsoft.com/office/drawing/2014/main" val="3853267160"/>
                  </a:ext>
                </a:extLst>
              </a:tr>
              <a:tr h="300294">
                <a:tc>
                  <a:txBody>
                    <a:bodyPr/>
                    <a:lstStyle/>
                    <a:p>
                      <a:pPr algn="ctr"/>
                      <a:r>
                        <a:rPr lang="es-CR" dirty="0"/>
                        <a:t>Tipo (</a:t>
                      </a:r>
                      <a:r>
                        <a:rPr lang="es-CR" dirty="0" err="1"/>
                        <a:t>string</a:t>
                      </a:r>
                      <a:r>
                        <a:rPr lang="es-CR" dirty="0"/>
                        <a:t>)</a:t>
                      </a:r>
                    </a:p>
                  </a:txBody>
                  <a:tcPr/>
                </a:tc>
                <a:tc>
                  <a:txBody>
                    <a:bodyPr/>
                    <a:lstStyle/>
                    <a:p>
                      <a:pPr algn="ctr"/>
                      <a:endParaRPr lang="es-CR" dirty="0"/>
                    </a:p>
                  </a:txBody>
                  <a:tcPr/>
                </a:tc>
                <a:extLst>
                  <a:ext uri="{0D108BD9-81ED-4DB2-BD59-A6C34878D82A}">
                    <a16:rowId xmlns:a16="http://schemas.microsoft.com/office/drawing/2014/main" val="2019860929"/>
                  </a:ext>
                </a:extLst>
              </a:tr>
              <a:tr h="30029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R" dirty="0"/>
                        <a:t>Tarifa/noche (int)</a:t>
                      </a:r>
                    </a:p>
                  </a:txBody>
                  <a:tcPr/>
                </a:tc>
                <a:tc>
                  <a:txBody>
                    <a:bodyPr/>
                    <a:lstStyle/>
                    <a:p>
                      <a:pPr algn="ctr"/>
                      <a:endParaRPr lang="es-CR" dirty="0"/>
                    </a:p>
                  </a:txBody>
                  <a:tcPr/>
                </a:tc>
                <a:extLst>
                  <a:ext uri="{0D108BD9-81ED-4DB2-BD59-A6C34878D82A}">
                    <a16:rowId xmlns:a16="http://schemas.microsoft.com/office/drawing/2014/main" val="2732850233"/>
                  </a:ext>
                </a:extLst>
              </a:tr>
              <a:tr h="30029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R" dirty="0"/>
                        <a:t>Disponibilidad  (bol)</a:t>
                      </a:r>
                    </a:p>
                  </a:txBody>
                  <a:tcPr/>
                </a:tc>
                <a:tc>
                  <a:txBody>
                    <a:bodyPr/>
                    <a:lstStyle/>
                    <a:p>
                      <a:pPr algn="ctr"/>
                      <a:endParaRPr lang="es-CR" dirty="0"/>
                    </a:p>
                  </a:txBody>
                  <a:tcPr/>
                </a:tc>
                <a:extLst>
                  <a:ext uri="{0D108BD9-81ED-4DB2-BD59-A6C34878D82A}">
                    <a16:rowId xmlns:a16="http://schemas.microsoft.com/office/drawing/2014/main" val="4264571260"/>
                  </a:ext>
                </a:extLst>
              </a:tr>
            </a:tbl>
          </a:graphicData>
        </a:graphic>
      </p:graphicFrame>
      <p:graphicFrame>
        <p:nvGraphicFramePr>
          <p:cNvPr id="7" name="表格 6">
            <a:extLst>
              <a:ext uri="{FF2B5EF4-FFF2-40B4-BE49-F238E27FC236}">
                <a16:creationId xmlns:a16="http://schemas.microsoft.com/office/drawing/2014/main" id="{0C51E68B-31E8-EBC9-69AB-58CD6148F2B7}"/>
              </a:ext>
            </a:extLst>
          </p:cNvPr>
          <p:cNvGraphicFramePr>
            <a:graphicFrameLocks noGrp="1"/>
          </p:cNvGraphicFramePr>
          <p:nvPr>
            <p:extLst>
              <p:ext uri="{D42A27DB-BD31-4B8C-83A1-F6EECF244321}">
                <p14:modId xmlns:p14="http://schemas.microsoft.com/office/powerpoint/2010/main" val="30990598"/>
              </p:ext>
            </p:extLst>
          </p:nvPr>
        </p:nvGraphicFramePr>
        <p:xfrm>
          <a:off x="6096000" y="3080225"/>
          <a:ext cx="5276850" cy="2649116"/>
        </p:xfrm>
        <a:graphic>
          <a:graphicData uri="http://schemas.openxmlformats.org/drawingml/2006/table">
            <a:tbl>
              <a:tblPr firstRow="1" bandRow="1">
                <a:tableStyleId>{5C22544A-7EE6-4342-B048-85BDC9FD1C3A}</a:tableStyleId>
              </a:tblPr>
              <a:tblGrid>
                <a:gridCol w="2638425">
                  <a:extLst>
                    <a:ext uri="{9D8B030D-6E8A-4147-A177-3AD203B41FA5}">
                      <a16:colId xmlns:a16="http://schemas.microsoft.com/office/drawing/2014/main" val="3110118715"/>
                    </a:ext>
                  </a:extLst>
                </a:gridCol>
                <a:gridCol w="2638425">
                  <a:extLst>
                    <a:ext uri="{9D8B030D-6E8A-4147-A177-3AD203B41FA5}">
                      <a16:colId xmlns:a16="http://schemas.microsoft.com/office/drawing/2014/main" val="1350202117"/>
                    </a:ext>
                  </a:extLst>
                </a:gridCol>
              </a:tblGrid>
              <a:tr h="41015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R" dirty="0"/>
                        <a:t>Clase:</a:t>
                      </a:r>
                    </a:p>
                  </a:txBody>
                  <a:tcPr/>
                </a:tc>
                <a:tc>
                  <a:txBody>
                    <a:bodyPr/>
                    <a:lstStyle/>
                    <a:p>
                      <a:pPr algn="ctr"/>
                      <a:r>
                        <a:rPr lang="es-CR" dirty="0"/>
                        <a:t>Método</a:t>
                      </a:r>
                    </a:p>
                  </a:txBody>
                  <a:tcPr/>
                </a:tc>
                <a:extLst>
                  <a:ext uri="{0D108BD9-81ED-4DB2-BD59-A6C34878D82A}">
                    <a16:rowId xmlns:a16="http://schemas.microsoft.com/office/drawing/2014/main" val="2918791756"/>
                  </a:ext>
                </a:extLst>
              </a:tr>
              <a:tr h="41015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R" altLang="zh-CN" dirty="0"/>
                        <a:t>Cliente</a:t>
                      </a:r>
                      <a:endParaRPr lang="es-CR" dirty="0"/>
                    </a:p>
                  </a:txBody>
                  <a:tcPr/>
                </a:tc>
                <a:tc>
                  <a:txBody>
                    <a:bodyPr/>
                    <a:lstStyle/>
                    <a:p>
                      <a:pPr algn="ctr"/>
                      <a:r>
                        <a:rPr lang="es-CR" dirty="0"/>
                        <a:t>Calcular tarifa </a:t>
                      </a:r>
                    </a:p>
                  </a:txBody>
                  <a:tcPr/>
                </a:tc>
                <a:extLst>
                  <a:ext uri="{0D108BD9-81ED-4DB2-BD59-A6C34878D82A}">
                    <a16:rowId xmlns:a16="http://schemas.microsoft.com/office/drawing/2014/main" val="807402246"/>
                  </a:ext>
                </a:extLst>
              </a:tr>
              <a:tr h="0">
                <a:tc>
                  <a:txBody>
                    <a:bodyPr/>
                    <a:lstStyle/>
                    <a:p>
                      <a:pPr algn="ctr"/>
                      <a:r>
                        <a:rPr lang="es-CR" dirty="0"/>
                        <a:t>Atributo</a:t>
                      </a:r>
                    </a:p>
                  </a:txBody>
                  <a:tcPr>
                    <a:solidFill>
                      <a:schemeClr val="accent1">
                        <a:lumMod val="60000"/>
                        <a:lumOff val="40000"/>
                      </a:schemeClr>
                    </a:solidFill>
                  </a:tcPr>
                </a:tc>
                <a:tc>
                  <a:txBody>
                    <a:bodyPr/>
                    <a:lstStyle/>
                    <a:p>
                      <a:pPr algn="ctr"/>
                      <a:endParaRPr lang="es-CR" dirty="0"/>
                    </a:p>
                  </a:txBody>
                  <a:tcPr/>
                </a:tc>
                <a:extLst>
                  <a:ext uri="{0D108BD9-81ED-4DB2-BD59-A6C34878D82A}">
                    <a16:rowId xmlns:a16="http://schemas.microsoft.com/office/drawing/2014/main" val="2085670682"/>
                  </a:ext>
                </a:extLst>
              </a:tr>
              <a:tr h="300294">
                <a:tc>
                  <a:txBody>
                    <a:bodyPr/>
                    <a:lstStyle/>
                    <a:p>
                      <a:pPr algn="ctr"/>
                      <a:r>
                        <a:rPr lang="es-CR" altLang="zh-CN" dirty="0"/>
                        <a:t>Nombre</a:t>
                      </a:r>
                      <a:r>
                        <a:rPr lang="es-CR" dirty="0"/>
                        <a:t> (</a:t>
                      </a:r>
                      <a:r>
                        <a:rPr lang="en-US" dirty="0"/>
                        <a:t>string</a:t>
                      </a:r>
                      <a:r>
                        <a:rPr lang="es-CR" dirty="0"/>
                        <a:t>)</a:t>
                      </a:r>
                    </a:p>
                  </a:txBody>
                  <a:tcPr/>
                </a:tc>
                <a:tc>
                  <a:txBody>
                    <a:bodyPr/>
                    <a:lstStyle/>
                    <a:p>
                      <a:pPr algn="ctr"/>
                      <a:endParaRPr lang="es-CR" dirty="0"/>
                    </a:p>
                  </a:txBody>
                  <a:tcPr/>
                </a:tc>
                <a:extLst>
                  <a:ext uri="{0D108BD9-81ED-4DB2-BD59-A6C34878D82A}">
                    <a16:rowId xmlns:a16="http://schemas.microsoft.com/office/drawing/2014/main" val="1485339524"/>
                  </a:ext>
                </a:extLst>
              </a:tr>
              <a:tr h="300294">
                <a:tc>
                  <a:txBody>
                    <a:bodyPr/>
                    <a:lstStyle/>
                    <a:p>
                      <a:pPr algn="ctr"/>
                      <a:r>
                        <a:rPr lang="es-CR" dirty="0"/>
                        <a:t>Identificación (int)</a:t>
                      </a:r>
                    </a:p>
                  </a:txBody>
                  <a:tcPr/>
                </a:tc>
                <a:tc>
                  <a:txBody>
                    <a:bodyPr/>
                    <a:lstStyle/>
                    <a:p>
                      <a:pPr algn="ctr"/>
                      <a:endParaRPr lang="es-CR" dirty="0"/>
                    </a:p>
                  </a:txBody>
                  <a:tcPr/>
                </a:tc>
                <a:extLst>
                  <a:ext uri="{0D108BD9-81ED-4DB2-BD59-A6C34878D82A}">
                    <a16:rowId xmlns:a16="http://schemas.microsoft.com/office/drawing/2014/main" val="3853267160"/>
                  </a:ext>
                </a:extLst>
              </a:tr>
              <a:tr h="30029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R" dirty="0"/>
                        <a:t>Fecha entrada</a:t>
                      </a:r>
                    </a:p>
                  </a:txBody>
                  <a:tcPr/>
                </a:tc>
                <a:tc>
                  <a:txBody>
                    <a:bodyPr/>
                    <a:lstStyle/>
                    <a:p>
                      <a:pPr algn="ctr"/>
                      <a:endParaRPr lang="es-CR" dirty="0"/>
                    </a:p>
                  </a:txBody>
                  <a:tcPr/>
                </a:tc>
                <a:extLst>
                  <a:ext uri="{0D108BD9-81ED-4DB2-BD59-A6C34878D82A}">
                    <a16:rowId xmlns:a16="http://schemas.microsoft.com/office/drawing/2014/main" val="2019860929"/>
                  </a:ext>
                </a:extLst>
              </a:tr>
              <a:tr h="300294">
                <a:tc>
                  <a:txBody>
                    <a:bodyPr/>
                    <a:lstStyle/>
                    <a:p>
                      <a:pPr algn="ctr"/>
                      <a:r>
                        <a:rPr lang="es-CR" dirty="0"/>
                        <a:t>Fecha salida</a:t>
                      </a:r>
                    </a:p>
                  </a:txBody>
                  <a:tcPr/>
                </a:tc>
                <a:tc>
                  <a:txBody>
                    <a:bodyPr/>
                    <a:lstStyle/>
                    <a:p>
                      <a:pPr algn="ctr"/>
                      <a:endParaRPr lang="es-CR" dirty="0"/>
                    </a:p>
                  </a:txBody>
                  <a:tcPr/>
                </a:tc>
                <a:extLst>
                  <a:ext uri="{0D108BD9-81ED-4DB2-BD59-A6C34878D82A}">
                    <a16:rowId xmlns:a16="http://schemas.microsoft.com/office/drawing/2014/main" val="2732850233"/>
                  </a:ext>
                </a:extLst>
              </a:tr>
            </a:tbl>
          </a:graphicData>
        </a:graphic>
      </p:graphicFrame>
    </p:spTree>
    <p:extLst>
      <p:ext uri="{BB962C8B-B14F-4D97-AF65-F5344CB8AC3E}">
        <p14:creationId xmlns:p14="http://schemas.microsoft.com/office/powerpoint/2010/main" val="23297796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a:extLst>
              <a:ext uri="{FF2B5EF4-FFF2-40B4-BE49-F238E27FC236}">
                <a16:creationId xmlns:a16="http://schemas.microsoft.com/office/drawing/2014/main" id="{C8702400-5114-1FBA-115C-7CC17A011EB4}"/>
              </a:ext>
            </a:extLst>
          </p:cNvPr>
          <p:cNvGraphicFramePr>
            <a:graphicFrameLocks noGrp="1"/>
          </p:cNvGraphicFramePr>
          <p:nvPr>
            <p:extLst>
              <p:ext uri="{D42A27DB-BD31-4B8C-83A1-F6EECF244321}">
                <p14:modId xmlns:p14="http://schemas.microsoft.com/office/powerpoint/2010/main" val="923242767"/>
              </p:ext>
            </p:extLst>
          </p:nvPr>
        </p:nvGraphicFramePr>
        <p:xfrm>
          <a:off x="281940" y="184202"/>
          <a:ext cx="5158740" cy="3014876"/>
        </p:xfrm>
        <a:graphic>
          <a:graphicData uri="http://schemas.openxmlformats.org/drawingml/2006/table">
            <a:tbl>
              <a:tblPr firstRow="1" bandRow="1">
                <a:tableStyleId>{5C22544A-7EE6-4342-B048-85BDC9FD1C3A}</a:tableStyleId>
              </a:tblPr>
              <a:tblGrid>
                <a:gridCol w="2248594">
                  <a:extLst>
                    <a:ext uri="{9D8B030D-6E8A-4147-A177-3AD203B41FA5}">
                      <a16:colId xmlns:a16="http://schemas.microsoft.com/office/drawing/2014/main" val="3110118715"/>
                    </a:ext>
                  </a:extLst>
                </a:gridCol>
                <a:gridCol w="2910146">
                  <a:extLst>
                    <a:ext uri="{9D8B030D-6E8A-4147-A177-3AD203B41FA5}">
                      <a16:colId xmlns:a16="http://schemas.microsoft.com/office/drawing/2014/main" val="1350202117"/>
                    </a:ext>
                  </a:extLst>
                </a:gridCol>
              </a:tblGrid>
              <a:tr h="41015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R" dirty="0" err="1"/>
                        <a:t>SuperClase</a:t>
                      </a:r>
                      <a:r>
                        <a:rPr lang="es-CR" dirty="0"/>
                        <a:t>:</a:t>
                      </a:r>
                    </a:p>
                  </a:txBody>
                  <a:tcPr/>
                </a:tc>
                <a:tc>
                  <a:txBody>
                    <a:bodyPr/>
                    <a:lstStyle/>
                    <a:p>
                      <a:pPr algn="ctr"/>
                      <a:r>
                        <a:rPr lang="es-CR" dirty="0"/>
                        <a:t>Método</a:t>
                      </a:r>
                    </a:p>
                  </a:txBody>
                  <a:tcPr/>
                </a:tc>
                <a:extLst>
                  <a:ext uri="{0D108BD9-81ED-4DB2-BD59-A6C34878D82A}">
                    <a16:rowId xmlns:a16="http://schemas.microsoft.com/office/drawing/2014/main" val="2918791756"/>
                  </a:ext>
                </a:extLst>
              </a:tr>
              <a:tr h="41015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R" sz="1800" dirty="0"/>
                        <a:t>LITERATURA</a:t>
                      </a:r>
                      <a:endParaRPr lang="es-CR"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R" altLang="zh-CN" dirty="0"/>
                        <a:t>Re</a:t>
                      </a:r>
                      <a:r>
                        <a:rPr lang="en-US" altLang="zh-CN" dirty="0" err="1"/>
                        <a:t>gistro</a:t>
                      </a:r>
                      <a:r>
                        <a:rPr lang="en-US" altLang="zh-CN" dirty="0"/>
                        <a:t> Manual </a:t>
                      </a:r>
                      <a:r>
                        <a:rPr lang="en-US" altLang="zh-CN" dirty="0" err="1"/>
                        <a:t>abstr</a:t>
                      </a:r>
                      <a:endParaRPr lang="es-CR" dirty="0"/>
                    </a:p>
                  </a:txBody>
                  <a:tcPr/>
                </a:tc>
                <a:extLst>
                  <a:ext uri="{0D108BD9-81ED-4DB2-BD59-A6C34878D82A}">
                    <a16:rowId xmlns:a16="http://schemas.microsoft.com/office/drawing/2014/main" val="807402246"/>
                  </a:ext>
                </a:extLst>
              </a:tr>
              <a:tr h="0">
                <a:tc>
                  <a:txBody>
                    <a:bodyPr/>
                    <a:lstStyle/>
                    <a:p>
                      <a:pPr algn="ctr"/>
                      <a:r>
                        <a:rPr lang="es-CR" dirty="0"/>
                        <a:t>Atributo</a:t>
                      </a:r>
                    </a:p>
                  </a:txBody>
                  <a:tcPr>
                    <a:solidFill>
                      <a:schemeClr val="accent1">
                        <a:lumMod val="60000"/>
                        <a:lumOff val="40000"/>
                      </a:schemeClr>
                    </a:solidFill>
                  </a:tcPr>
                </a:tc>
                <a:tc>
                  <a:txBody>
                    <a:bodyPr/>
                    <a:lstStyle/>
                    <a:p>
                      <a:pPr algn="ctr"/>
                      <a:endParaRPr lang="es-CR" dirty="0"/>
                    </a:p>
                  </a:txBody>
                  <a:tcPr/>
                </a:tc>
                <a:extLst>
                  <a:ext uri="{0D108BD9-81ED-4DB2-BD59-A6C34878D82A}">
                    <a16:rowId xmlns:a16="http://schemas.microsoft.com/office/drawing/2014/main" val="2085670682"/>
                  </a:ext>
                </a:extLst>
              </a:tr>
              <a:tr h="300294">
                <a:tc>
                  <a:txBody>
                    <a:bodyPr/>
                    <a:lstStyle/>
                    <a:p>
                      <a:pPr algn="ctr"/>
                      <a:r>
                        <a:rPr lang="es-CR" dirty="0"/>
                        <a:t>ID (</a:t>
                      </a:r>
                      <a:r>
                        <a:rPr lang="es-CR" dirty="0" err="1"/>
                        <a:t>string</a:t>
                      </a:r>
                      <a:r>
                        <a:rPr lang="es-CR" dirty="0"/>
                        <a:t>) </a:t>
                      </a:r>
                      <a:r>
                        <a:rPr lang="es-CR" dirty="0" err="1"/>
                        <a:t>abstr</a:t>
                      </a:r>
                      <a:endParaRPr lang="es-CR" dirty="0"/>
                    </a:p>
                  </a:txBody>
                  <a:tcPr/>
                </a:tc>
                <a:tc>
                  <a:txBody>
                    <a:bodyPr/>
                    <a:lstStyle/>
                    <a:p>
                      <a:pPr algn="ctr"/>
                      <a:endParaRPr lang="es-CR" dirty="0"/>
                    </a:p>
                  </a:txBody>
                  <a:tcPr/>
                </a:tc>
                <a:extLst>
                  <a:ext uri="{0D108BD9-81ED-4DB2-BD59-A6C34878D82A}">
                    <a16:rowId xmlns:a16="http://schemas.microsoft.com/office/drawing/2014/main" val="1485339524"/>
                  </a:ext>
                </a:extLst>
              </a:tr>
              <a:tr h="30029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Dias de </a:t>
                      </a:r>
                      <a:r>
                        <a:rPr lang="en-US" dirty="0" err="1"/>
                        <a:t>prestamo</a:t>
                      </a:r>
                      <a:r>
                        <a:rPr lang="en-US" dirty="0"/>
                        <a:t> (int)</a:t>
                      </a:r>
                      <a:endParaRPr lang="es-CR" dirty="0"/>
                    </a:p>
                  </a:txBody>
                  <a:tcPr/>
                </a:tc>
                <a:tc>
                  <a:txBody>
                    <a:bodyPr/>
                    <a:lstStyle/>
                    <a:p>
                      <a:pPr algn="ctr"/>
                      <a:endParaRPr lang="es-CR" dirty="0"/>
                    </a:p>
                  </a:txBody>
                  <a:tcPr/>
                </a:tc>
                <a:extLst>
                  <a:ext uri="{0D108BD9-81ED-4DB2-BD59-A6C34878D82A}">
                    <a16:rowId xmlns:a16="http://schemas.microsoft.com/office/drawing/2014/main" val="2019860929"/>
                  </a:ext>
                </a:extLst>
              </a:tr>
              <a:tr h="30029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Costo (int)</a:t>
                      </a:r>
                      <a:endParaRPr lang="es-CR" dirty="0"/>
                    </a:p>
                  </a:txBody>
                  <a:tcPr/>
                </a:tc>
                <a:tc>
                  <a:txBody>
                    <a:bodyPr/>
                    <a:lstStyle/>
                    <a:p>
                      <a:pPr algn="ctr"/>
                      <a:endParaRPr lang="es-CR" noProof="0" dirty="0"/>
                    </a:p>
                  </a:txBody>
                  <a:tcPr/>
                </a:tc>
                <a:extLst>
                  <a:ext uri="{0D108BD9-81ED-4DB2-BD59-A6C34878D82A}">
                    <a16:rowId xmlns:a16="http://schemas.microsoft.com/office/drawing/2014/main" val="2732850233"/>
                  </a:ext>
                </a:extLst>
              </a:tr>
              <a:tr h="30029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R" dirty="0"/>
                        <a:t>Disponibilidad  (bol)</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s-CR" dirty="0"/>
                    </a:p>
                  </a:txBody>
                  <a:tcPr/>
                </a:tc>
                <a:extLst>
                  <a:ext uri="{0D108BD9-81ED-4DB2-BD59-A6C34878D82A}">
                    <a16:rowId xmlns:a16="http://schemas.microsoft.com/office/drawing/2014/main" val="1919910372"/>
                  </a:ext>
                </a:extLst>
              </a:tr>
              <a:tr h="30029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s-CR"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s-CR" dirty="0"/>
                    </a:p>
                  </a:txBody>
                  <a:tcPr/>
                </a:tc>
                <a:extLst>
                  <a:ext uri="{0D108BD9-81ED-4DB2-BD59-A6C34878D82A}">
                    <a16:rowId xmlns:a16="http://schemas.microsoft.com/office/drawing/2014/main" val="3949640836"/>
                  </a:ext>
                </a:extLst>
              </a:tr>
            </a:tbl>
          </a:graphicData>
        </a:graphic>
      </p:graphicFrame>
      <p:graphicFrame>
        <p:nvGraphicFramePr>
          <p:cNvPr id="5" name="表格 4">
            <a:extLst>
              <a:ext uri="{FF2B5EF4-FFF2-40B4-BE49-F238E27FC236}">
                <a16:creationId xmlns:a16="http://schemas.microsoft.com/office/drawing/2014/main" id="{0857D2EA-91F9-2274-DC29-77EAB0D1E562}"/>
              </a:ext>
            </a:extLst>
          </p:cNvPr>
          <p:cNvGraphicFramePr>
            <a:graphicFrameLocks noGrp="1"/>
          </p:cNvGraphicFramePr>
          <p:nvPr>
            <p:extLst>
              <p:ext uri="{D42A27DB-BD31-4B8C-83A1-F6EECF244321}">
                <p14:modId xmlns:p14="http://schemas.microsoft.com/office/powerpoint/2010/main" val="2260085844"/>
              </p:ext>
            </p:extLst>
          </p:nvPr>
        </p:nvGraphicFramePr>
        <p:xfrm>
          <a:off x="411480" y="3429000"/>
          <a:ext cx="5158740" cy="3014876"/>
        </p:xfrm>
        <a:graphic>
          <a:graphicData uri="http://schemas.openxmlformats.org/drawingml/2006/table">
            <a:tbl>
              <a:tblPr firstRow="1" bandRow="1">
                <a:tableStyleId>{5C22544A-7EE6-4342-B048-85BDC9FD1C3A}</a:tableStyleId>
              </a:tblPr>
              <a:tblGrid>
                <a:gridCol w="2248594">
                  <a:extLst>
                    <a:ext uri="{9D8B030D-6E8A-4147-A177-3AD203B41FA5}">
                      <a16:colId xmlns:a16="http://schemas.microsoft.com/office/drawing/2014/main" val="3110118715"/>
                    </a:ext>
                  </a:extLst>
                </a:gridCol>
                <a:gridCol w="2910146">
                  <a:extLst>
                    <a:ext uri="{9D8B030D-6E8A-4147-A177-3AD203B41FA5}">
                      <a16:colId xmlns:a16="http://schemas.microsoft.com/office/drawing/2014/main" val="1350202117"/>
                    </a:ext>
                  </a:extLst>
                </a:gridCol>
              </a:tblGrid>
              <a:tr h="41015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R" dirty="0" err="1"/>
                        <a:t>SubClase</a:t>
                      </a:r>
                      <a:r>
                        <a:rPr lang="es-CR" dirty="0"/>
                        <a:t>:</a:t>
                      </a:r>
                    </a:p>
                  </a:txBody>
                  <a:tcPr>
                    <a:solidFill>
                      <a:srgbClr val="00B050"/>
                    </a:solidFill>
                  </a:tcPr>
                </a:tc>
                <a:tc>
                  <a:txBody>
                    <a:bodyPr/>
                    <a:lstStyle/>
                    <a:p>
                      <a:pPr algn="ctr"/>
                      <a:r>
                        <a:rPr lang="es-CR" dirty="0"/>
                        <a:t>Método</a:t>
                      </a:r>
                    </a:p>
                  </a:txBody>
                  <a:tcPr/>
                </a:tc>
                <a:extLst>
                  <a:ext uri="{0D108BD9-81ED-4DB2-BD59-A6C34878D82A}">
                    <a16:rowId xmlns:a16="http://schemas.microsoft.com/office/drawing/2014/main" val="2918791756"/>
                  </a:ext>
                </a:extLst>
              </a:tr>
              <a:tr h="41015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R" sz="1800" dirty="0"/>
                        <a:t>LIBRO</a:t>
                      </a:r>
                      <a:endParaRPr lang="es-CR" dirty="0"/>
                    </a:p>
                  </a:txBody>
                  <a:tcPr/>
                </a:tc>
                <a:tc>
                  <a:txBody>
                    <a:bodyPr/>
                    <a:lstStyle/>
                    <a:p>
                      <a:pPr algn="ctr"/>
                      <a:r>
                        <a:rPr lang="es-CR" altLang="zh-CN" dirty="0"/>
                        <a:t>Re</a:t>
                      </a:r>
                      <a:r>
                        <a:rPr lang="en-US" altLang="zh-CN" dirty="0" err="1"/>
                        <a:t>gistro</a:t>
                      </a:r>
                      <a:r>
                        <a:rPr lang="en-US" altLang="zh-CN" dirty="0"/>
                        <a:t> Manual</a:t>
                      </a:r>
                      <a:endParaRPr lang="es-CR" dirty="0"/>
                    </a:p>
                  </a:txBody>
                  <a:tcPr/>
                </a:tc>
                <a:extLst>
                  <a:ext uri="{0D108BD9-81ED-4DB2-BD59-A6C34878D82A}">
                    <a16:rowId xmlns:a16="http://schemas.microsoft.com/office/drawing/2014/main" val="807402246"/>
                  </a:ext>
                </a:extLst>
              </a:tr>
              <a:tr h="0">
                <a:tc>
                  <a:txBody>
                    <a:bodyPr/>
                    <a:lstStyle/>
                    <a:p>
                      <a:pPr algn="ctr"/>
                      <a:r>
                        <a:rPr lang="es-CR" dirty="0"/>
                        <a:t>Atributo</a:t>
                      </a:r>
                    </a:p>
                  </a:txBody>
                  <a:tcPr>
                    <a:solidFill>
                      <a:schemeClr val="accent1">
                        <a:lumMod val="60000"/>
                        <a:lumOff val="40000"/>
                      </a:schemeClr>
                    </a:solidFill>
                  </a:tcPr>
                </a:tc>
                <a:tc>
                  <a:txBody>
                    <a:bodyPr/>
                    <a:lstStyle/>
                    <a:p>
                      <a:pPr algn="ctr"/>
                      <a:endParaRPr lang="es-CR" dirty="0"/>
                    </a:p>
                  </a:txBody>
                  <a:tcPr/>
                </a:tc>
                <a:extLst>
                  <a:ext uri="{0D108BD9-81ED-4DB2-BD59-A6C34878D82A}">
                    <a16:rowId xmlns:a16="http://schemas.microsoft.com/office/drawing/2014/main" val="2085670682"/>
                  </a:ext>
                </a:extLst>
              </a:tr>
              <a:tr h="300294">
                <a:tc>
                  <a:txBody>
                    <a:bodyPr/>
                    <a:lstStyle/>
                    <a:p>
                      <a:pPr algn="ctr"/>
                      <a:r>
                        <a:rPr lang="es-CR" dirty="0"/>
                        <a:t>Nombre (</a:t>
                      </a:r>
                      <a:r>
                        <a:rPr lang="es-CR" dirty="0" err="1"/>
                        <a:t>string</a:t>
                      </a:r>
                      <a:r>
                        <a:rPr lang="es-CR" dirty="0"/>
                        <a:t>)</a:t>
                      </a:r>
                    </a:p>
                  </a:txBody>
                  <a:tcPr/>
                </a:tc>
                <a:tc>
                  <a:txBody>
                    <a:bodyPr/>
                    <a:lstStyle/>
                    <a:p>
                      <a:pPr algn="ctr"/>
                      <a:endParaRPr lang="es-CR" dirty="0"/>
                    </a:p>
                  </a:txBody>
                  <a:tcPr/>
                </a:tc>
                <a:extLst>
                  <a:ext uri="{0D108BD9-81ED-4DB2-BD59-A6C34878D82A}">
                    <a16:rowId xmlns:a16="http://schemas.microsoft.com/office/drawing/2014/main" val="1485339524"/>
                  </a:ext>
                </a:extLst>
              </a:tr>
              <a:tr h="30029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R" dirty="0"/>
                        <a:t>Autor </a:t>
                      </a:r>
                      <a:r>
                        <a:rPr lang="en-US" dirty="0"/>
                        <a:t>(</a:t>
                      </a:r>
                      <a:r>
                        <a:rPr lang="es-CR" dirty="0" err="1"/>
                        <a:t>string</a:t>
                      </a:r>
                      <a:r>
                        <a:rPr lang="en-US" dirty="0"/>
                        <a:t>)</a:t>
                      </a:r>
                      <a:endParaRPr lang="es-CR" dirty="0"/>
                    </a:p>
                  </a:txBody>
                  <a:tcPr/>
                </a:tc>
                <a:tc>
                  <a:txBody>
                    <a:bodyPr/>
                    <a:lstStyle/>
                    <a:p>
                      <a:pPr algn="ctr"/>
                      <a:endParaRPr lang="es-CR" dirty="0"/>
                    </a:p>
                  </a:txBody>
                  <a:tcPr/>
                </a:tc>
                <a:extLst>
                  <a:ext uri="{0D108BD9-81ED-4DB2-BD59-A6C34878D82A}">
                    <a16:rowId xmlns:a16="http://schemas.microsoft.com/office/drawing/2014/main" val="2019860929"/>
                  </a:ext>
                </a:extLst>
              </a:tr>
              <a:tr h="30029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R" dirty="0"/>
                        <a:t>Año</a:t>
                      </a:r>
                      <a:r>
                        <a:rPr lang="en-US" dirty="0"/>
                        <a:t> (int)</a:t>
                      </a:r>
                      <a:endParaRPr lang="es-CR" dirty="0"/>
                    </a:p>
                  </a:txBody>
                  <a:tcPr/>
                </a:tc>
                <a:tc>
                  <a:txBody>
                    <a:bodyPr/>
                    <a:lstStyle/>
                    <a:p>
                      <a:pPr algn="ctr"/>
                      <a:endParaRPr lang="es-CR" noProof="0" dirty="0"/>
                    </a:p>
                  </a:txBody>
                  <a:tcPr/>
                </a:tc>
                <a:extLst>
                  <a:ext uri="{0D108BD9-81ED-4DB2-BD59-A6C34878D82A}">
                    <a16:rowId xmlns:a16="http://schemas.microsoft.com/office/drawing/2014/main" val="2732850233"/>
                  </a:ext>
                </a:extLst>
              </a:tr>
              <a:tr h="30029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R" dirty="0"/>
                        <a:t>Editorial  (</a:t>
                      </a:r>
                      <a:r>
                        <a:rPr lang="es-CR" dirty="0" err="1"/>
                        <a:t>string</a:t>
                      </a:r>
                      <a:r>
                        <a:rPr lang="es-CR" dirty="0"/>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s-CR" dirty="0"/>
                    </a:p>
                  </a:txBody>
                  <a:tcPr/>
                </a:tc>
                <a:extLst>
                  <a:ext uri="{0D108BD9-81ED-4DB2-BD59-A6C34878D82A}">
                    <a16:rowId xmlns:a16="http://schemas.microsoft.com/office/drawing/2014/main" val="1919910372"/>
                  </a:ext>
                </a:extLst>
              </a:tr>
              <a:tr h="30029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R" dirty="0"/>
                        <a:t>Tipo (</a:t>
                      </a:r>
                      <a:r>
                        <a:rPr lang="es-CR" dirty="0" err="1"/>
                        <a:t>string</a:t>
                      </a:r>
                      <a:r>
                        <a:rPr lang="es-CR" dirty="0"/>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s-CR" dirty="0"/>
                    </a:p>
                  </a:txBody>
                  <a:tcPr/>
                </a:tc>
                <a:extLst>
                  <a:ext uri="{0D108BD9-81ED-4DB2-BD59-A6C34878D82A}">
                    <a16:rowId xmlns:a16="http://schemas.microsoft.com/office/drawing/2014/main" val="3949640836"/>
                  </a:ext>
                </a:extLst>
              </a:tr>
            </a:tbl>
          </a:graphicData>
        </a:graphic>
      </p:graphicFrame>
      <p:graphicFrame>
        <p:nvGraphicFramePr>
          <p:cNvPr id="6" name="表格 5">
            <a:extLst>
              <a:ext uri="{FF2B5EF4-FFF2-40B4-BE49-F238E27FC236}">
                <a16:creationId xmlns:a16="http://schemas.microsoft.com/office/drawing/2014/main" id="{4C6C03D5-0D89-67B7-C2C5-0DFD77F6751A}"/>
              </a:ext>
            </a:extLst>
          </p:cNvPr>
          <p:cNvGraphicFramePr>
            <a:graphicFrameLocks noGrp="1"/>
          </p:cNvGraphicFramePr>
          <p:nvPr>
            <p:extLst>
              <p:ext uri="{D42A27DB-BD31-4B8C-83A1-F6EECF244321}">
                <p14:modId xmlns:p14="http://schemas.microsoft.com/office/powerpoint/2010/main" val="3997059625"/>
              </p:ext>
            </p:extLst>
          </p:nvPr>
        </p:nvGraphicFramePr>
        <p:xfrm>
          <a:off x="5775960" y="3429000"/>
          <a:ext cx="5158740" cy="3014876"/>
        </p:xfrm>
        <a:graphic>
          <a:graphicData uri="http://schemas.openxmlformats.org/drawingml/2006/table">
            <a:tbl>
              <a:tblPr firstRow="1" bandRow="1">
                <a:tableStyleId>{5C22544A-7EE6-4342-B048-85BDC9FD1C3A}</a:tableStyleId>
              </a:tblPr>
              <a:tblGrid>
                <a:gridCol w="2248594">
                  <a:extLst>
                    <a:ext uri="{9D8B030D-6E8A-4147-A177-3AD203B41FA5}">
                      <a16:colId xmlns:a16="http://schemas.microsoft.com/office/drawing/2014/main" val="3110118715"/>
                    </a:ext>
                  </a:extLst>
                </a:gridCol>
                <a:gridCol w="2910146">
                  <a:extLst>
                    <a:ext uri="{9D8B030D-6E8A-4147-A177-3AD203B41FA5}">
                      <a16:colId xmlns:a16="http://schemas.microsoft.com/office/drawing/2014/main" val="1350202117"/>
                    </a:ext>
                  </a:extLst>
                </a:gridCol>
              </a:tblGrid>
              <a:tr h="41015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R" dirty="0" err="1"/>
                        <a:t>SubClase</a:t>
                      </a:r>
                      <a:r>
                        <a:rPr lang="es-CR" dirty="0"/>
                        <a:t>:</a:t>
                      </a:r>
                    </a:p>
                  </a:txBody>
                  <a:tcPr>
                    <a:solidFill>
                      <a:srgbClr val="00B050"/>
                    </a:solidFill>
                  </a:tcPr>
                </a:tc>
                <a:tc>
                  <a:txBody>
                    <a:bodyPr/>
                    <a:lstStyle/>
                    <a:p>
                      <a:pPr algn="ctr"/>
                      <a:r>
                        <a:rPr lang="es-CR" dirty="0"/>
                        <a:t>Método</a:t>
                      </a:r>
                    </a:p>
                  </a:txBody>
                  <a:tcPr/>
                </a:tc>
                <a:extLst>
                  <a:ext uri="{0D108BD9-81ED-4DB2-BD59-A6C34878D82A}">
                    <a16:rowId xmlns:a16="http://schemas.microsoft.com/office/drawing/2014/main" val="2918791756"/>
                  </a:ext>
                </a:extLst>
              </a:tr>
              <a:tr h="41015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R" sz="1800" dirty="0"/>
                        <a:t>REVISTA</a:t>
                      </a:r>
                      <a:endParaRPr lang="es-CR"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R" altLang="zh-CN" dirty="0"/>
                        <a:t>Re</a:t>
                      </a:r>
                      <a:r>
                        <a:rPr lang="en-US" altLang="zh-CN" dirty="0" err="1"/>
                        <a:t>gistro</a:t>
                      </a:r>
                      <a:r>
                        <a:rPr lang="en-US" altLang="zh-CN" dirty="0"/>
                        <a:t> Manual</a:t>
                      </a:r>
                      <a:endParaRPr lang="es-CR" dirty="0"/>
                    </a:p>
                  </a:txBody>
                  <a:tcPr/>
                </a:tc>
                <a:extLst>
                  <a:ext uri="{0D108BD9-81ED-4DB2-BD59-A6C34878D82A}">
                    <a16:rowId xmlns:a16="http://schemas.microsoft.com/office/drawing/2014/main" val="807402246"/>
                  </a:ext>
                </a:extLst>
              </a:tr>
              <a:tr h="0">
                <a:tc>
                  <a:txBody>
                    <a:bodyPr/>
                    <a:lstStyle/>
                    <a:p>
                      <a:pPr algn="ctr"/>
                      <a:r>
                        <a:rPr lang="es-CR" dirty="0"/>
                        <a:t>Atributo</a:t>
                      </a:r>
                    </a:p>
                  </a:txBody>
                  <a:tcPr>
                    <a:solidFill>
                      <a:schemeClr val="accent1">
                        <a:lumMod val="60000"/>
                        <a:lumOff val="40000"/>
                      </a:schemeClr>
                    </a:solidFill>
                  </a:tcPr>
                </a:tc>
                <a:tc>
                  <a:txBody>
                    <a:bodyPr/>
                    <a:lstStyle/>
                    <a:p>
                      <a:pPr algn="ctr"/>
                      <a:endParaRPr lang="es-CR" dirty="0"/>
                    </a:p>
                  </a:txBody>
                  <a:tcPr/>
                </a:tc>
                <a:extLst>
                  <a:ext uri="{0D108BD9-81ED-4DB2-BD59-A6C34878D82A}">
                    <a16:rowId xmlns:a16="http://schemas.microsoft.com/office/drawing/2014/main" val="2085670682"/>
                  </a:ext>
                </a:extLst>
              </a:tr>
              <a:tr h="300294">
                <a:tc>
                  <a:txBody>
                    <a:bodyPr/>
                    <a:lstStyle/>
                    <a:p>
                      <a:pPr algn="ctr"/>
                      <a:r>
                        <a:rPr lang="es-CR" dirty="0"/>
                        <a:t>Nombre (</a:t>
                      </a:r>
                      <a:r>
                        <a:rPr lang="es-CR" dirty="0" err="1"/>
                        <a:t>string</a:t>
                      </a:r>
                      <a:r>
                        <a:rPr lang="es-CR" dirty="0"/>
                        <a:t>)</a:t>
                      </a:r>
                    </a:p>
                  </a:txBody>
                  <a:tcPr/>
                </a:tc>
                <a:tc>
                  <a:txBody>
                    <a:bodyPr/>
                    <a:lstStyle/>
                    <a:p>
                      <a:pPr algn="ctr"/>
                      <a:endParaRPr lang="es-CR" dirty="0"/>
                    </a:p>
                  </a:txBody>
                  <a:tcPr/>
                </a:tc>
                <a:extLst>
                  <a:ext uri="{0D108BD9-81ED-4DB2-BD59-A6C34878D82A}">
                    <a16:rowId xmlns:a16="http://schemas.microsoft.com/office/drawing/2014/main" val="1485339524"/>
                  </a:ext>
                </a:extLst>
              </a:tr>
              <a:tr h="30029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R" dirty="0"/>
                        <a:t>Número </a:t>
                      </a:r>
                      <a:r>
                        <a:rPr lang="en-US" dirty="0"/>
                        <a:t>(</a:t>
                      </a:r>
                      <a:r>
                        <a:rPr lang="es-CR" dirty="0"/>
                        <a:t>int</a:t>
                      </a:r>
                      <a:r>
                        <a:rPr lang="en-US" dirty="0"/>
                        <a:t>)</a:t>
                      </a:r>
                      <a:endParaRPr lang="es-CR" dirty="0"/>
                    </a:p>
                  </a:txBody>
                  <a:tcPr/>
                </a:tc>
                <a:tc>
                  <a:txBody>
                    <a:bodyPr/>
                    <a:lstStyle/>
                    <a:p>
                      <a:pPr algn="ctr"/>
                      <a:endParaRPr lang="es-CR" dirty="0"/>
                    </a:p>
                  </a:txBody>
                  <a:tcPr/>
                </a:tc>
                <a:extLst>
                  <a:ext uri="{0D108BD9-81ED-4DB2-BD59-A6C34878D82A}">
                    <a16:rowId xmlns:a16="http://schemas.microsoft.com/office/drawing/2014/main" val="2019860929"/>
                  </a:ext>
                </a:extLst>
              </a:tr>
              <a:tr h="30029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R" dirty="0"/>
                        <a:t>Año</a:t>
                      </a:r>
                      <a:r>
                        <a:rPr lang="en-US" dirty="0"/>
                        <a:t> (int)</a:t>
                      </a:r>
                      <a:endParaRPr lang="es-CR" dirty="0"/>
                    </a:p>
                  </a:txBody>
                  <a:tcPr/>
                </a:tc>
                <a:tc>
                  <a:txBody>
                    <a:bodyPr/>
                    <a:lstStyle/>
                    <a:p>
                      <a:pPr algn="ctr"/>
                      <a:endParaRPr lang="es-CR" noProof="0" dirty="0"/>
                    </a:p>
                  </a:txBody>
                  <a:tcPr/>
                </a:tc>
                <a:extLst>
                  <a:ext uri="{0D108BD9-81ED-4DB2-BD59-A6C34878D82A}">
                    <a16:rowId xmlns:a16="http://schemas.microsoft.com/office/drawing/2014/main" val="2732850233"/>
                  </a:ext>
                </a:extLst>
              </a:tr>
              <a:tr h="30029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R" dirty="0"/>
                        <a:t>Temática  (</a:t>
                      </a:r>
                      <a:r>
                        <a:rPr lang="es-CR" dirty="0" err="1"/>
                        <a:t>string</a:t>
                      </a:r>
                      <a:r>
                        <a:rPr lang="es-CR" dirty="0"/>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s-CR" dirty="0"/>
                    </a:p>
                  </a:txBody>
                  <a:tcPr/>
                </a:tc>
                <a:extLst>
                  <a:ext uri="{0D108BD9-81ED-4DB2-BD59-A6C34878D82A}">
                    <a16:rowId xmlns:a16="http://schemas.microsoft.com/office/drawing/2014/main" val="1919910372"/>
                  </a:ext>
                </a:extLst>
              </a:tr>
              <a:tr h="30029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s-CR"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s-CR" dirty="0"/>
                    </a:p>
                  </a:txBody>
                  <a:tcPr/>
                </a:tc>
                <a:extLst>
                  <a:ext uri="{0D108BD9-81ED-4DB2-BD59-A6C34878D82A}">
                    <a16:rowId xmlns:a16="http://schemas.microsoft.com/office/drawing/2014/main" val="3949640836"/>
                  </a:ext>
                </a:extLst>
              </a:tr>
            </a:tbl>
          </a:graphicData>
        </a:graphic>
      </p:graphicFrame>
    </p:spTree>
    <p:extLst>
      <p:ext uri="{BB962C8B-B14F-4D97-AF65-F5344CB8AC3E}">
        <p14:creationId xmlns:p14="http://schemas.microsoft.com/office/powerpoint/2010/main" val="30082815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a:extLst>
              <a:ext uri="{FF2B5EF4-FFF2-40B4-BE49-F238E27FC236}">
                <a16:creationId xmlns:a16="http://schemas.microsoft.com/office/drawing/2014/main" id="{8121F50D-8461-65BC-B634-C7FD0A92EE30}"/>
              </a:ext>
            </a:extLst>
          </p:cNvPr>
          <p:cNvGraphicFramePr>
            <a:graphicFrameLocks noGrp="1"/>
          </p:cNvGraphicFramePr>
          <p:nvPr>
            <p:extLst>
              <p:ext uri="{D42A27DB-BD31-4B8C-83A1-F6EECF244321}">
                <p14:modId xmlns:p14="http://schemas.microsoft.com/office/powerpoint/2010/main" val="2244614152"/>
              </p:ext>
            </p:extLst>
          </p:nvPr>
        </p:nvGraphicFramePr>
        <p:xfrm>
          <a:off x="281940" y="184202"/>
          <a:ext cx="5158740" cy="3014876"/>
        </p:xfrm>
        <a:graphic>
          <a:graphicData uri="http://schemas.openxmlformats.org/drawingml/2006/table">
            <a:tbl>
              <a:tblPr firstRow="1" bandRow="1">
                <a:tableStyleId>{5C22544A-7EE6-4342-B048-85BDC9FD1C3A}</a:tableStyleId>
              </a:tblPr>
              <a:tblGrid>
                <a:gridCol w="2248594">
                  <a:extLst>
                    <a:ext uri="{9D8B030D-6E8A-4147-A177-3AD203B41FA5}">
                      <a16:colId xmlns:a16="http://schemas.microsoft.com/office/drawing/2014/main" val="3110118715"/>
                    </a:ext>
                  </a:extLst>
                </a:gridCol>
                <a:gridCol w="2910146">
                  <a:extLst>
                    <a:ext uri="{9D8B030D-6E8A-4147-A177-3AD203B41FA5}">
                      <a16:colId xmlns:a16="http://schemas.microsoft.com/office/drawing/2014/main" val="1350202117"/>
                    </a:ext>
                  </a:extLst>
                </a:gridCol>
              </a:tblGrid>
              <a:tr h="41015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R" dirty="0"/>
                        <a:t>Clase:</a:t>
                      </a:r>
                    </a:p>
                  </a:txBody>
                  <a:tcPr/>
                </a:tc>
                <a:tc>
                  <a:txBody>
                    <a:bodyPr/>
                    <a:lstStyle/>
                    <a:p>
                      <a:pPr algn="ctr"/>
                      <a:r>
                        <a:rPr lang="es-CR" dirty="0"/>
                        <a:t>Método</a:t>
                      </a:r>
                    </a:p>
                  </a:txBody>
                  <a:tcPr/>
                </a:tc>
                <a:extLst>
                  <a:ext uri="{0D108BD9-81ED-4DB2-BD59-A6C34878D82A}">
                    <a16:rowId xmlns:a16="http://schemas.microsoft.com/office/drawing/2014/main" val="2918791756"/>
                  </a:ext>
                </a:extLst>
              </a:tr>
              <a:tr h="41015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R" sz="1800" dirty="0"/>
                        <a:t>PRESTAMO</a:t>
                      </a:r>
                      <a:endParaRPr lang="es-CR"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err="1"/>
                        <a:t>Actualizar</a:t>
                      </a:r>
                      <a:r>
                        <a:rPr lang="en-US" altLang="zh-CN" dirty="0"/>
                        <a:t> </a:t>
                      </a:r>
                      <a:r>
                        <a:rPr lang="en-US" altLang="zh-CN" dirty="0" err="1"/>
                        <a:t>estado</a:t>
                      </a:r>
                      <a:endParaRPr lang="es-CR" dirty="0"/>
                    </a:p>
                  </a:txBody>
                  <a:tcPr/>
                </a:tc>
                <a:extLst>
                  <a:ext uri="{0D108BD9-81ED-4DB2-BD59-A6C34878D82A}">
                    <a16:rowId xmlns:a16="http://schemas.microsoft.com/office/drawing/2014/main" val="807402246"/>
                  </a:ext>
                </a:extLst>
              </a:tr>
              <a:tr h="0">
                <a:tc>
                  <a:txBody>
                    <a:bodyPr/>
                    <a:lstStyle/>
                    <a:p>
                      <a:pPr algn="ctr"/>
                      <a:r>
                        <a:rPr lang="es-CR" dirty="0"/>
                        <a:t>Atributo</a:t>
                      </a:r>
                    </a:p>
                  </a:txBody>
                  <a:tcPr>
                    <a:solidFill>
                      <a:schemeClr val="accent1">
                        <a:lumMod val="60000"/>
                        <a:lumOff val="40000"/>
                      </a:schemeClr>
                    </a:solidFill>
                  </a:tcPr>
                </a:tc>
                <a:tc>
                  <a:txBody>
                    <a:bodyPr/>
                    <a:lstStyle/>
                    <a:p>
                      <a:pPr algn="ctr"/>
                      <a:endParaRPr lang="es-CR" dirty="0"/>
                    </a:p>
                  </a:txBody>
                  <a:tcPr/>
                </a:tc>
                <a:extLst>
                  <a:ext uri="{0D108BD9-81ED-4DB2-BD59-A6C34878D82A}">
                    <a16:rowId xmlns:a16="http://schemas.microsoft.com/office/drawing/2014/main" val="2085670682"/>
                  </a:ext>
                </a:extLst>
              </a:tr>
              <a:tr h="300294">
                <a:tc>
                  <a:txBody>
                    <a:bodyPr/>
                    <a:lstStyle/>
                    <a:p>
                      <a:pPr algn="ctr"/>
                      <a:r>
                        <a:rPr lang="es-CR" dirty="0"/>
                        <a:t>Cliente (</a:t>
                      </a:r>
                      <a:r>
                        <a:rPr lang="es-CR" dirty="0" err="1"/>
                        <a:t>string</a:t>
                      </a:r>
                      <a:r>
                        <a:rPr lang="es-CR" dirty="0"/>
                        <a:t>)</a:t>
                      </a:r>
                    </a:p>
                  </a:txBody>
                  <a:tcPr/>
                </a:tc>
                <a:tc>
                  <a:txBody>
                    <a:bodyPr/>
                    <a:lstStyle/>
                    <a:p>
                      <a:pPr algn="ctr"/>
                      <a:endParaRPr lang="es-CR" dirty="0"/>
                    </a:p>
                  </a:txBody>
                  <a:tcPr/>
                </a:tc>
                <a:extLst>
                  <a:ext uri="{0D108BD9-81ED-4DB2-BD59-A6C34878D82A}">
                    <a16:rowId xmlns:a16="http://schemas.microsoft.com/office/drawing/2014/main" val="1485339524"/>
                  </a:ext>
                </a:extLst>
              </a:tr>
              <a:tr h="30029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err="1"/>
                        <a:t>Fecha</a:t>
                      </a:r>
                      <a:r>
                        <a:rPr lang="en-US" dirty="0"/>
                        <a:t> </a:t>
                      </a:r>
                      <a:r>
                        <a:rPr lang="en-US" dirty="0" err="1"/>
                        <a:t>prestamo</a:t>
                      </a:r>
                      <a:r>
                        <a:rPr lang="en-US" dirty="0"/>
                        <a:t> (int)</a:t>
                      </a:r>
                      <a:endParaRPr lang="es-CR" dirty="0"/>
                    </a:p>
                  </a:txBody>
                  <a:tcPr/>
                </a:tc>
                <a:tc>
                  <a:txBody>
                    <a:bodyPr/>
                    <a:lstStyle/>
                    <a:p>
                      <a:pPr algn="ctr"/>
                      <a:endParaRPr lang="es-CR" dirty="0"/>
                    </a:p>
                  </a:txBody>
                  <a:tcPr/>
                </a:tc>
                <a:extLst>
                  <a:ext uri="{0D108BD9-81ED-4DB2-BD59-A6C34878D82A}">
                    <a16:rowId xmlns:a16="http://schemas.microsoft.com/office/drawing/2014/main" val="2019860929"/>
                  </a:ext>
                </a:extLst>
              </a:tr>
              <a:tr h="30029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Costo (int)</a:t>
                      </a:r>
                      <a:endParaRPr lang="es-CR" dirty="0"/>
                    </a:p>
                  </a:txBody>
                  <a:tcPr/>
                </a:tc>
                <a:tc>
                  <a:txBody>
                    <a:bodyPr/>
                    <a:lstStyle/>
                    <a:p>
                      <a:pPr algn="ctr"/>
                      <a:endParaRPr lang="es-CR" noProof="0" dirty="0"/>
                    </a:p>
                  </a:txBody>
                  <a:tcPr/>
                </a:tc>
                <a:extLst>
                  <a:ext uri="{0D108BD9-81ED-4DB2-BD59-A6C34878D82A}">
                    <a16:rowId xmlns:a16="http://schemas.microsoft.com/office/drawing/2014/main" val="2732850233"/>
                  </a:ext>
                </a:extLst>
              </a:tr>
              <a:tr h="30029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R" dirty="0"/>
                        <a:t>Disponibilidad  (bol)</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s-CR" dirty="0"/>
                    </a:p>
                  </a:txBody>
                  <a:tcPr/>
                </a:tc>
                <a:extLst>
                  <a:ext uri="{0D108BD9-81ED-4DB2-BD59-A6C34878D82A}">
                    <a16:rowId xmlns:a16="http://schemas.microsoft.com/office/drawing/2014/main" val="1919910372"/>
                  </a:ext>
                </a:extLst>
              </a:tr>
              <a:tr h="30029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s-CR"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s-CR" dirty="0"/>
                    </a:p>
                  </a:txBody>
                  <a:tcPr/>
                </a:tc>
                <a:extLst>
                  <a:ext uri="{0D108BD9-81ED-4DB2-BD59-A6C34878D82A}">
                    <a16:rowId xmlns:a16="http://schemas.microsoft.com/office/drawing/2014/main" val="3949640836"/>
                  </a:ext>
                </a:extLst>
              </a:tr>
            </a:tbl>
          </a:graphicData>
        </a:graphic>
      </p:graphicFrame>
    </p:spTree>
    <p:extLst>
      <p:ext uri="{BB962C8B-B14F-4D97-AF65-F5344CB8AC3E}">
        <p14:creationId xmlns:p14="http://schemas.microsoft.com/office/powerpoint/2010/main" val="6922765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表格 5">
            <a:extLst>
              <a:ext uri="{FF2B5EF4-FFF2-40B4-BE49-F238E27FC236}">
                <a16:creationId xmlns:a16="http://schemas.microsoft.com/office/drawing/2014/main" id="{6885C1F6-A3A5-70BF-1887-2B3C4142C326}"/>
              </a:ext>
            </a:extLst>
          </p:cNvPr>
          <p:cNvGraphicFramePr>
            <a:graphicFrameLocks noGrp="1"/>
          </p:cNvGraphicFramePr>
          <p:nvPr>
            <p:extLst>
              <p:ext uri="{D42A27DB-BD31-4B8C-83A1-F6EECF244321}">
                <p14:modId xmlns:p14="http://schemas.microsoft.com/office/powerpoint/2010/main" val="4235564050"/>
              </p:ext>
            </p:extLst>
          </p:nvPr>
        </p:nvGraphicFramePr>
        <p:xfrm>
          <a:off x="1485900" y="240031"/>
          <a:ext cx="2583180" cy="3781433"/>
        </p:xfrm>
        <a:graphic>
          <a:graphicData uri="http://schemas.openxmlformats.org/drawingml/2006/table">
            <a:tbl>
              <a:tblPr firstRow="1" bandRow="1">
                <a:tableStyleId>{5C22544A-7EE6-4342-B048-85BDC9FD1C3A}</a:tableStyleId>
              </a:tblPr>
              <a:tblGrid>
                <a:gridCol w="2583180">
                  <a:extLst>
                    <a:ext uri="{9D8B030D-6E8A-4147-A177-3AD203B41FA5}">
                      <a16:colId xmlns:a16="http://schemas.microsoft.com/office/drawing/2014/main" val="3661371301"/>
                    </a:ext>
                  </a:extLst>
                </a:gridCol>
              </a:tblGrid>
              <a:tr h="773519">
                <a:tc>
                  <a:txBody>
                    <a:bodyPr/>
                    <a:lstStyle/>
                    <a:p>
                      <a:pPr algn="ctr"/>
                      <a:r>
                        <a:rPr lang="es-CR" dirty="0"/>
                        <a:t>&lt;&lt;abstract&gt;&gt;  </a:t>
                      </a:r>
                    </a:p>
                    <a:p>
                      <a:pPr algn="ctr"/>
                      <a:r>
                        <a:rPr lang="es-CR" sz="2400" dirty="0"/>
                        <a:t>Literatura </a:t>
                      </a:r>
                    </a:p>
                  </a:txBody>
                  <a:tcPr/>
                </a:tc>
                <a:extLst>
                  <a:ext uri="{0D108BD9-81ED-4DB2-BD59-A6C34878D82A}">
                    <a16:rowId xmlns:a16="http://schemas.microsoft.com/office/drawing/2014/main" val="516542119"/>
                  </a:ext>
                </a:extLst>
              </a:tr>
              <a:tr h="429702">
                <a:tc>
                  <a:txBody>
                    <a:bodyPr/>
                    <a:lstStyle/>
                    <a:p>
                      <a:pPr algn="l"/>
                      <a:r>
                        <a:rPr lang="es-CR" dirty="0"/>
                        <a:t>- id: String </a:t>
                      </a:r>
                    </a:p>
                  </a:txBody>
                  <a:tcPr/>
                </a:tc>
                <a:extLst>
                  <a:ext uri="{0D108BD9-81ED-4DB2-BD59-A6C34878D82A}">
                    <a16:rowId xmlns:a16="http://schemas.microsoft.com/office/drawing/2014/main" val="1341944623"/>
                  </a:ext>
                </a:extLst>
              </a:tr>
              <a:tr h="429702">
                <a:tc>
                  <a:txBody>
                    <a:bodyPr/>
                    <a:lstStyle/>
                    <a:p>
                      <a:pPr algn="l"/>
                      <a:r>
                        <a:rPr lang="es-CR" dirty="0"/>
                        <a:t>- nombre: String</a:t>
                      </a:r>
                    </a:p>
                  </a:txBody>
                  <a:tcPr/>
                </a:tc>
                <a:extLst>
                  <a:ext uri="{0D108BD9-81ED-4DB2-BD59-A6C34878D82A}">
                    <a16:rowId xmlns:a16="http://schemas.microsoft.com/office/drawing/2014/main" val="3352162953"/>
                  </a:ext>
                </a:extLst>
              </a:tr>
              <a:tr h="429702">
                <a:tc>
                  <a:txBody>
                    <a:bodyPr/>
                    <a:lstStyle/>
                    <a:p>
                      <a:pPr algn="l"/>
                      <a:r>
                        <a:rPr lang="es-CR" dirty="0"/>
                        <a:t>- año: int</a:t>
                      </a:r>
                    </a:p>
                  </a:txBody>
                  <a:tcPr/>
                </a:tc>
                <a:extLst>
                  <a:ext uri="{0D108BD9-81ED-4DB2-BD59-A6C34878D82A}">
                    <a16:rowId xmlns:a16="http://schemas.microsoft.com/office/drawing/2014/main" val="1144364840"/>
                  </a:ext>
                </a:extLst>
              </a:tr>
              <a:tr h="429702">
                <a:tc>
                  <a:txBody>
                    <a:bodyPr/>
                    <a:lstStyle/>
                    <a:p>
                      <a:pPr algn="l"/>
                      <a:r>
                        <a:rPr lang="es-CR" dirty="0"/>
                        <a:t>- estado: Estado</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1514090"/>
                  </a:ext>
                </a:extLst>
              </a:tr>
              <a:tr h="429702">
                <a:tc>
                  <a:txBody>
                    <a:bodyPr/>
                    <a:lstStyle/>
                    <a:p>
                      <a:pPr algn="l"/>
                      <a:r>
                        <a:rPr lang="es-CR" dirty="0"/>
                        <a:t>+ calcularMulta(): int</a:t>
                      </a: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956261788"/>
                  </a:ext>
                </a:extLst>
              </a:tr>
              <a:tr h="429702">
                <a:tc>
                  <a:txBody>
                    <a:bodyPr/>
                    <a:lstStyle/>
                    <a:p>
                      <a:pPr algn="l"/>
                      <a:r>
                        <a:rPr lang="es-CR" dirty="0"/>
                        <a:t>+ toString(): String</a:t>
                      </a:r>
                    </a:p>
                  </a:txBody>
                  <a:tcPr/>
                </a:tc>
                <a:extLst>
                  <a:ext uri="{0D108BD9-81ED-4DB2-BD59-A6C34878D82A}">
                    <a16:rowId xmlns:a16="http://schemas.microsoft.com/office/drawing/2014/main" val="4141976823"/>
                  </a:ext>
                </a:extLst>
              </a:tr>
              <a:tr h="429702">
                <a:tc>
                  <a:txBody>
                    <a:bodyPr/>
                    <a:lstStyle/>
                    <a:p>
                      <a:pPr algn="l"/>
                      <a:r>
                        <a:rPr lang="es-CR" dirty="0"/>
                        <a:t>+ equals(): boolean </a:t>
                      </a:r>
                    </a:p>
                  </a:txBody>
                  <a:tcPr/>
                </a:tc>
                <a:extLst>
                  <a:ext uri="{0D108BD9-81ED-4DB2-BD59-A6C34878D82A}">
                    <a16:rowId xmlns:a16="http://schemas.microsoft.com/office/drawing/2014/main" val="3900251630"/>
                  </a:ext>
                </a:extLst>
              </a:tr>
            </a:tbl>
          </a:graphicData>
        </a:graphic>
      </p:graphicFrame>
      <p:graphicFrame>
        <p:nvGraphicFramePr>
          <p:cNvPr id="7" name="表格 6">
            <a:extLst>
              <a:ext uri="{FF2B5EF4-FFF2-40B4-BE49-F238E27FC236}">
                <a16:creationId xmlns:a16="http://schemas.microsoft.com/office/drawing/2014/main" id="{48C10F56-6F81-C711-D13E-42E8A0401098}"/>
              </a:ext>
            </a:extLst>
          </p:cNvPr>
          <p:cNvGraphicFramePr>
            <a:graphicFrameLocks noGrp="1"/>
          </p:cNvGraphicFramePr>
          <p:nvPr>
            <p:extLst>
              <p:ext uri="{D42A27DB-BD31-4B8C-83A1-F6EECF244321}">
                <p14:modId xmlns:p14="http://schemas.microsoft.com/office/powerpoint/2010/main" val="1423900304"/>
              </p:ext>
            </p:extLst>
          </p:nvPr>
        </p:nvGraphicFramePr>
        <p:xfrm>
          <a:off x="2924810" y="4640046"/>
          <a:ext cx="2288540" cy="1129269"/>
        </p:xfrm>
        <a:graphic>
          <a:graphicData uri="http://schemas.openxmlformats.org/drawingml/2006/table">
            <a:tbl>
              <a:tblPr firstRow="1" bandRow="1">
                <a:tableStyleId>{5C22544A-7EE6-4342-B048-85BDC9FD1C3A}</a:tableStyleId>
              </a:tblPr>
              <a:tblGrid>
                <a:gridCol w="2288540">
                  <a:extLst>
                    <a:ext uri="{9D8B030D-6E8A-4147-A177-3AD203B41FA5}">
                      <a16:colId xmlns:a16="http://schemas.microsoft.com/office/drawing/2014/main" val="3661371301"/>
                    </a:ext>
                  </a:extLst>
                </a:gridCol>
              </a:tblGrid>
              <a:tr h="397749">
                <a:tc>
                  <a:txBody>
                    <a:bodyPr/>
                    <a:lstStyle/>
                    <a:p>
                      <a:pPr algn="ctr"/>
                      <a:r>
                        <a:rPr lang="es-CR" dirty="0"/>
                        <a:t>Revista</a:t>
                      </a:r>
                    </a:p>
                  </a:txBody>
                  <a:tcPr>
                    <a:solidFill>
                      <a:srgbClr val="00B0F0"/>
                    </a:solidFill>
                  </a:tcPr>
                </a:tc>
                <a:extLst>
                  <a:ext uri="{0D108BD9-81ED-4DB2-BD59-A6C34878D82A}">
                    <a16:rowId xmlns:a16="http://schemas.microsoft.com/office/drawing/2014/main" val="516542119"/>
                  </a:ext>
                </a:extLst>
              </a:tr>
              <a:tr h="330112">
                <a:tc>
                  <a:txBody>
                    <a:bodyPr/>
                    <a:lstStyle/>
                    <a:p>
                      <a:pPr algn="l"/>
                      <a:r>
                        <a:rPr lang="es-CR" dirty="0"/>
                        <a:t>- número: int</a:t>
                      </a:r>
                    </a:p>
                  </a:txBody>
                  <a:tcPr/>
                </a:tc>
                <a:extLst>
                  <a:ext uri="{0D108BD9-81ED-4DB2-BD59-A6C34878D82A}">
                    <a16:rowId xmlns:a16="http://schemas.microsoft.com/office/drawing/2014/main" val="1341944623"/>
                  </a:ext>
                </a:extLst>
              </a:tr>
              <a:tr h="330112">
                <a:tc>
                  <a:txBody>
                    <a:bodyPr/>
                    <a:lstStyle/>
                    <a:p>
                      <a:pPr algn="l"/>
                      <a:r>
                        <a:rPr lang="es-CR" dirty="0"/>
                        <a:t>- temática: String</a:t>
                      </a:r>
                    </a:p>
                  </a:txBody>
                  <a:tcPr/>
                </a:tc>
                <a:extLst>
                  <a:ext uri="{0D108BD9-81ED-4DB2-BD59-A6C34878D82A}">
                    <a16:rowId xmlns:a16="http://schemas.microsoft.com/office/drawing/2014/main" val="3352162953"/>
                  </a:ext>
                </a:extLst>
              </a:tr>
            </a:tbl>
          </a:graphicData>
        </a:graphic>
      </p:graphicFrame>
      <p:graphicFrame>
        <p:nvGraphicFramePr>
          <p:cNvPr id="8" name="表格 7">
            <a:extLst>
              <a:ext uri="{FF2B5EF4-FFF2-40B4-BE49-F238E27FC236}">
                <a16:creationId xmlns:a16="http://schemas.microsoft.com/office/drawing/2014/main" id="{A850A63B-C249-4838-5A64-4BBDE971362D}"/>
              </a:ext>
            </a:extLst>
          </p:cNvPr>
          <p:cNvGraphicFramePr>
            <a:graphicFrameLocks noGrp="1"/>
          </p:cNvGraphicFramePr>
          <p:nvPr>
            <p:extLst>
              <p:ext uri="{D42A27DB-BD31-4B8C-83A1-F6EECF244321}">
                <p14:modId xmlns:p14="http://schemas.microsoft.com/office/powerpoint/2010/main" val="988646267"/>
              </p:ext>
            </p:extLst>
          </p:nvPr>
        </p:nvGraphicFramePr>
        <p:xfrm>
          <a:off x="341630" y="4643304"/>
          <a:ext cx="2288540" cy="1495029"/>
        </p:xfrm>
        <a:graphic>
          <a:graphicData uri="http://schemas.openxmlformats.org/drawingml/2006/table">
            <a:tbl>
              <a:tblPr firstRow="1" bandRow="1">
                <a:tableStyleId>{5C22544A-7EE6-4342-B048-85BDC9FD1C3A}</a:tableStyleId>
              </a:tblPr>
              <a:tblGrid>
                <a:gridCol w="2288540">
                  <a:extLst>
                    <a:ext uri="{9D8B030D-6E8A-4147-A177-3AD203B41FA5}">
                      <a16:colId xmlns:a16="http://schemas.microsoft.com/office/drawing/2014/main" val="3661371301"/>
                    </a:ext>
                  </a:extLst>
                </a:gridCol>
              </a:tblGrid>
              <a:tr h="397749">
                <a:tc>
                  <a:txBody>
                    <a:bodyPr/>
                    <a:lstStyle/>
                    <a:p>
                      <a:pPr algn="ctr"/>
                      <a:r>
                        <a:rPr lang="es-CR" dirty="0"/>
                        <a:t>Libro </a:t>
                      </a:r>
                    </a:p>
                  </a:txBody>
                  <a:tcPr>
                    <a:solidFill>
                      <a:srgbClr val="00B0F0"/>
                    </a:solidFill>
                  </a:tcPr>
                </a:tc>
                <a:extLst>
                  <a:ext uri="{0D108BD9-81ED-4DB2-BD59-A6C34878D82A}">
                    <a16:rowId xmlns:a16="http://schemas.microsoft.com/office/drawing/2014/main" val="516542119"/>
                  </a:ext>
                </a:extLst>
              </a:tr>
              <a:tr h="330112">
                <a:tc>
                  <a:txBody>
                    <a:bodyPr/>
                    <a:lstStyle/>
                    <a:p>
                      <a:pPr algn="l"/>
                      <a:r>
                        <a:rPr lang="es-CR" dirty="0"/>
                        <a:t>- autor: String</a:t>
                      </a:r>
                    </a:p>
                  </a:txBody>
                  <a:tcPr/>
                </a:tc>
                <a:extLst>
                  <a:ext uri="{0D108BD9-81ED-4DB2-BD59-A6C34878D82A}">
                    <a16:rowId xmlns:a16="http://schemas.microsoft.com/office/drawing/2014/main" val="1341944623"/>
                  </a:ext>
                </a:extLst>
              </a:tr>
              <a:tr h="330112">
                <a:tc>
                  <a:txBody>
                    <a:bodyPr/>
                    <a:lstStyle/>
                    <a:p>
                      <a:pPr algn="l"/>
                      <a:r>
                        <a:rPr lang="es-CR" dirty="0"/>
                        <a:t>- editorial: String</a:t>
                      </a:r>
                    </a:p>
                  </a:txBody>
                  <a:tcPr/>
                </a:tc>
                <a:extLst>
                  <a:ext uri="{0D108BD9-81ED-4DB2-BD59-A6C34878D82A}">
                    <a16:rowId xmlns:a16="http://schemas.microsoft.com/office/drawing/2014/main" val="3352162953"/>
                  </a:ext>
                </a:extLst>
              </a:tr>
              <a:tr h="330112">
                <a:tc>
                  <a:txBody>
                    <a:bodyPr/>
                    <a:lstStyle/>
                    <a:p>
                      <a:pPr algn="l"/>
                      <a:r>
                        <a:rPr lang="es-CR" dirty="0"/>
                        <a:t>- tipo: Tipo</a:t>
                      </a:r>
                    </a:p>
                  </a:txBody>
                  <a:tcPr/>
                </a:tc>
                <a:extLst>
                  <a:ext uri="{0D108BD9-81ED-4DB2-BD59-A6C34878D82A}">
                    <a16:rowId xmlns:a16="http://schemas.microsoft.com/office/drawing/2014/main" val="1144364840"/>
                  </a:ext>
                </a:extLst>
              </a:tr>
            </a:tbl>
          </a:graphicData>
        </a:graphic>
      </p:graphicFrame>
      <p:graphicFrame>
        <p:nvGraphicFramePr>
          <p:cNvPr id="9" name="表格 8">
            <a:extLst>
              <a:ext uri="{FF2B5EF4-FFF2-40B4-BE49-F238E27FC236}">
                <a16:creationId xmlns:a16="http://schemas.microsoft.com/office/drawing/2014/main" id="{A3674701-E090-6C30-7B5B-4B81C92FD0F1}"/>
              </a:ext>
            </a:extLst>
          </p:cNvPr>
          <p:cNvGraphicFramePr>
            <a:graphicFrameLocks noGrp="1"/>
          </p:cNvGraphicFramePr>
          <p:nvPr>
            <p:extLst>
              <p:ext uri="{D42A27DB-BD31-4B8C-83A1-F6EECF244321}">
                <p14:modId xmlns:p14="http://schemas.microsoft.com/office/powerpoint/2010/main" val="788780260"/>
              </p:ext>
            </p:extLst>
          </p:nvPr>
        </p:nvGraphicFramePr>
        <p:xfrm>
          <a:off x="5844540" y="380577"/>
          <a:ext cx="2583180" cy="5275174"/>
        </p:xfrm>
        <a:graphic>
          <a:graphicData uri="http://schemas.openxmlformats.org/drawingml/2006/table">
            <a:tbl>
              <a:tblPr firstRow="1" bandRow="1">
                <a:tableStyleId>{5C22544A-7EE6-4342-B048-85BDC9FD1C3A}</a:tableStyleId>
              </a:tblPr>
              <a:tblGrid>
                <a:gridCol w="2583180">
                  <a:extLst>
                    <a:ext uri="{9D8B030D-6E8A-4147-A177-3AD203B41FA5}">
                      <a16:colId xmlns:a16="http://schemas.microsoft.com/office/drawing/2014/main" val="3661371301"/>
                    </a:ext>
                  </a:extLst>
                </a:gridCol>
              </a:tblGrid>
              <a:tr h="490041">
                <a:tc>
                  <a:txBody>
                    <a:bodyPr/>
                    <a:lstStyle/>
                    <a:p>
                      <a:pPr algn="ctr"/>
                      <a:r>
                        <a:rPr lang="es-CR" sz="2400" dirty="0"/>
                        <a:t>Sistema</a:t>
                      </a:r>
                    </a:p>
                  </a:txBody>
                  <a:tcPr/>
                </a:tc>
                <a:extLst>
                  <a:ext uri="{0D108BD9-81ED-4DB2-BD59-A6C34878D82A}">
                    <a16:rowId xmlns:a16="http://schemas.microsoft.com/office/drawing/2014/main" val="516542119"/>
                  </a:ext>
                </a:extLst>
              </a:tr>
              <a:tr h="376823">
                <a:tc>
                  <a:txBody>
                    <a:bodyPr/>
                    <a:lstStyle/>
                    <a:p>
                      <a:pPr algn="l"/>
                      <a:r>
                        <a:rPr lang="es-CR" dirty="0"/>
                        <a:t>- libros: Libro[20] </a:t>
                      </a:r>
                    </a:p>
                  </a:txBody>
                  <a:tcPr/>
                </a:tc>
                <a:extLst>
                  <a:ext uri="{0D108BD9-81ED-4DB2-BD59-A6C34878D82A}">
                    <a16:rowId xmlns:a16="http://schemas.microsoft.com/office/drawing/2014/main" val="1341944623"/>
                  </a:ext>
                </a:extLst>
              </a:tr>
              <a:tr h="376823">
                <a:tc>
                  <a:txBody>
                    <a:bodyPr/>
                    <a:lstStyle/>
                    <a:p>
                      <a:pPr algn="l"/>
                      <a:r>
                        <a:rPr lang="es-CR" dirty="0"/>
                        <a:t>- revistas: Revista[20]</a:t>
                      </a:r>
                    </a:p>
                  </a:txBody>
                  <a:tcPr/>
                </a:tc>
                <a:extLst>
                  <a:ext uri="{0D108BD9-81ED-4DB2-BD59-A6C34878D82A}">
                    <a16:rowId xmlns:a16="http://schemas.microsoft.com/office/drawing/2014/main" val="3352162953"/>
                  </a:ext>
                </a:extLst>
              </a:tr>
              <a:tr h="376823">
                <a:tc>
                  <a:txBody>
                    <a:bodyPr/>
                    <a:lstStyle/>
                    <a:p>
                      <a:pPr marL="0" indent="0" algn="l">
                        <a:buFontTx/>
                        <a:buNone/>
                      </a:pPr>
                      <a:r>
                        <a:rPr lang="es-CR" dirty="0"/>
                        <a:t>- prestamosActivos:</a:t>
                      </a:r>
                    </a:p>
                    <a:p>
                      <a:pPr marL="0" indent="0" algn="l">
                        <a:buFontTx/>
                        <a:buNone/>
                      </a:pPr>
                      <a:r>
                        <a:rPr lang="es-CR" dirty="0"/>
                        <a:t>   </a:t>
                      </a:r>
                      <a:r>
                        <a:rPr lang="es-CR" dirty="0" err="1"/>
                        <a:t>Prestamo</a:t>
                      </a:r>
                      <a:r>
                        <a:rPr lang="es-CR"/>
                        <a:t>[20]</a:t>
                      </a:r>
                      <a:endParaRPr lang="es-CR" dirty="0"/>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44364840"/>
                  </a:ext>
                </a:extLst>
              </a:tr>
              <a:tr h="376823">
                <a:tc>
                  <a:txBody>
                    <a:bodyPr/>
                    <a:lstStyle/>
                    <a:p>
                      <a:pPr algn="l"/>
                      <a:r>
                        <a:rPr lang="es-CR" dirty="0"/>
                        <a:t>+ menuPrincipal() </a:t>
                      </a: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941514090"/>
                  </a:ext>
                </a:extLst>
              </a:tr>
              <a:tr h="376823">
                <a:tc>
                  <a:txBody>
                    <a:bodyPr/>
                    <a:lstStyle/>
                    <a:p>
                      <a:pPr algn="l"/>
                      <a:r>
                        <a:rPr lang="es-CR" dirty="0"/>
                        <a:t>+ registrarLibro() </a:t>
                      </a:r>
                    </a:p>
                  </a:txBody>
                  <a:tcPr/>
                </a:tc>
                <a:extLst>
                  <a:ext uri="{0D108BD9-81ED-4DB2-BD59-A6C34878D82A}">
                    <a16:rowId xmlns:a16="http://schemas.microsoft.com/office/drawing/2014/main" val="2956261788"/>
                  </a:ext>
                </a:extLst>
              </a:tr>
              <a:tr h="376823">
                <a:tc>
                  <a:txBody>
                    <a:bodyPr/>
                    <a:lstStyle/>
                    <a:p>
                      <a:pPr algn="l"/>
                      <a:r>
                        <a:rPr lang="es-CR" dirty="0"/>
                        <a:t>+ registrarRevista()</a:t>
                      </a:r>
                    </a:p>
                  </a:txBody>
                  <a:tcPr/>
                </a:tc>
                <a:extLst>
                  <a:ext uri="{0D108BD9-81ED-4DB2-BD59-A6C34878D82A}">
                    <a16:rowId xmlns:a16="http://schemas.microsoft.com/office/drawing/2014/main" val="4141976823"/>
                  </a:ext>
                </a:extLst>
              </a:tr>
              <a:tr h="376823">
                <a:tc>
                  <a:txBody>
                    <a:bodyPr/>
                    <a:lstStyle/>
                    <a:p>
                      <a:pPr algn="l"/>
                      <a:r>
                        <a:rPr lang="es-CR" dirty="0"/>
                        <a:t>+ registrarPrestamo() </a:t>
                      </a:r>
                    </a:p>
                  </a:txBody>
                  <a:tcPr/>
                </a:tc>
                <a:extLst>
                  <a:ext uri="{0D108BD9-81ED-4DB2-BD59-A6C34878D82A}">
                    <a16:rowId xmlns:a16="http://schemas.microsoft.com/office/drawing/2014/main" val="3900251630"/>
                  </a:ext>
                </a:extLst>
              </a:tr>
              <a:tr h="376823">
                <a:tc>
                  <a:txBody>
                    <a:bodyPr/>
                    <a:lstStyle/>
                    <a:p>
                      <a:pPr algn="l"/>
                      <a:r>
                        <a:rPr lang="es-CR" dirty="0"/>
                        <a:t>+ devolverLiteratura()</a:t>
                      </a:r>
                    </a:p>
                  </a:txBody>
                  <a:tcPr/>
                </a:tc>
                <a:extLst>
                  <a:ext uri="{0D108BD9-81ED-4DB2-BD59-A6C34878D82A}">
                    <a16:rowId xmlns:a16="http://schemas.microsoft.com/office/drawing/2014/main" val="1676215123"/>
                  </a:ext>
                </a:extLst>
              </a:tr>
              <a:tr h="376823">
                <a:tc>
                  <a:txBody>
                    <a:bodyPr/>
                    <a:lstStyle/>
                    <a:p>
                      <a:pPr algn="l"/>
                      <a:r>
                        <a:rPr lang="es-CR" dirty="0"/>
                        <a:t>+ consultarLibros() </a:t>
                      </a:r>
                    </a:p>
                  </a:txBody>
                  <a:tcPr/>
                </a:tc>
                <a:extLst>
                  <a:ext uri="{0D108BD9-81ED-4DB2-BD59-A6C34878D82A}">
                    <a16:rowId xmlns:a16="http://schemas.microsoft.com/office/drawing/2014/main" val="1934065631"/>
                  </a:ext>
                </a:extLst>
              </a:tr>
              <a:tr h="376823">
                <a:tc>
                  <a:txBody>
                    <a:bodyPr/>
                    <a:lstStyle/>
                    <a:p>
                      <a:pPr algn="l"/>
                      <a:r>
                        <a:rPr lang="es-CR" dirty="0"/>
                        <a:t>+ consultarRevistas()</a:t>
                      </a:r>
                    </a:p>
                  </a:txBody>
                  <a:tcPr/>
                </a:tc>
                <a:extLst>
                  <a:ext uri="{0D108BD9-81ED-4DB2-BD59-A6C34878D82A}">
                    <a16:rowId xmlns:a16="http://schemas.microsoft.com/office/drawing/2014/main" val="2448915207"/>
                  </a:ext>
                </a:extLst>
              </a:tr>
              <a:tr h="376823">
                <a:tc>
                  <a:txBody>
                    <a:bodyPr/>
                    <a:lstStyle/>
                    <a:p>
                      <a:pPr algn="l"/>
                      <a:r>
                        <a:rPr lang="es-CR" dirty="0"/>
                        <a:t>+ consultarPrestamos()</a:t>
                      </a:r>
                    </a:p>
                  </a:txBody>
                  <a:tcPr/>
                </a:tc>
                <a:extLst>
                  <a:ext uri="{0D108BD9-81ED-4DB2-BD59-A6C34878D82A}">
                    <a16:rowId xmlns:a16="http://schemas.microsoft.com/office/drawing/2014/main" val="2001287767"/>
                  </a:ext>
                </a:extLst>
              </a:tr>
              <a:tr h="376823">
                <a:tc>
                  <a:txBody>
                    <a:bodyPr/>
                    <a:lstStyle/>
                    <a:p>
                      <a:pPr algn="l"/>
                      <a:r>
                        <a:rPr lang="es-CR" dirty="0"/>
                        <a:t>+ cargarExcel() </a:t>
                      </a:r>
                    </a:p>
                  </a:txBody>
                  <a:tcPr/>
                </a:tc>
                <a:extLst>
                  <a:ext uri="{0D108BD9-81ED-4DB2-BD59-A6C34878D82A}">
                    <a16:rowId xmlns:a16="http://schemas.microsoft.com/office/drawing/2014/main" val="2554906390"/>
                  </a:ext>
                </a:extLst>
              </a:tr>
            </a:tbl>
          </a:graphicData>
        </a:graphic>
      </p:graphicFrame>
      <p:graphicFrame>
        <p:nvGraphicFramePr>
          <p:cNvPr id="10" name="表格 9">
            <a:extLst>
              <a:ext uri="{FF2B5EF4-FFF2-40B4-BE49-F238E27FC236}">
                <a16:creationId xmlns:a16="http://schemas.microsoft.com/office/drawing/2014/main" id="{BA8B58B8-1BC7-A090-D29E-8F0337C814C1}"/>
              </a:ext>
            </a:extLst>
          </p:cNvPr>
          <p:cNvGraphicFramePr>
            <a:graphicFrameLocks noGrp="1"/>
          </p:cNvGraphicFramePr>
          <p:nvPr>
            <p:extLst>
              <p:ext uri="{D42A27DB-BD31-4B8C-83A1-F6EECF244321}">
                <p14:modId xmlns:p14="http://schemas.microsoft.com/office/powerpoint/2010/main" val="2607362809"/>
              </p:ext>
            </p:extLst>
          </p:nvPr>
        </p:nvGraphicFramePr>
        <p:xfrm>
          <a:off x="9175750" y="2742545"/>
          <a:ext cx="2583180" cy="3795002"/>
        </p:xfrm>
        <a:graphic>
          <a:graphicData uri="http://schemas.openxmlformats.org/drawingml/2006/table">
            <a:tbl>
              <a:tblPr firstRow="1" bandRow="1">
                <a:tableStyleId>{5C22544A-7EE6-4342-B048-85BDC9FD1C3A}</a:tableStyleId>
              </a:tblPr>
              <a:tblGrid>
                <a:gridCol w="2583180">
                  <a:extLst>
                    <a:ext uri="{9D8B030D-6E8A-4147-A177-3AD203B41FA5}">
                      <a16:colId xmlns:a16="http://schemas.microsoft.com/office/drawing/2014/main" val="3661371301"/>
                    </a:ext>
                  </a:extLst>
                </a:gridCol>
              </a:tblGrid>
              <a:tr h="503162">
                <a:tc>
                  <a:txBody>
                    <a:bodyPr/>
                    <a:lstStyle/>
                    <a:p>
                      <a:pPr algn="ctr"/>
                      <a:r>
                        <a:rPr lang="es-CR" sz="1800" dirty="0"/>
                        <a:t>Préstamo</a:t>
                      </a:r>
                      <a:r>
                        <a:rPr lang="es-CR" sz="2400" dirty="0"/>
                        <a:t> </a:t>
                      </a:r>
                    </a:p>
                  </a:txBody>
                  <a:tcPr>
                    <a:solidFill>
                      <a:srgbClr val="00B0F0"/>
                    </a:solidFill>
                  </a:tcPr>
                </a:tc>
                <a:extLst>
                  <a:ext uri="{0D108BD9-81ED-4DB2-BD59-A6C34878D82A}">
                    <a16:rowId xmlns:a16="http://schemas.microsoft.com/office/drawing/2014/main" val="516542119"/>
                  </a:ext>
                </a:extLst>
              </a:tr>
              <a:tr h="362882">
                <a:tc>
                  <a:txBody>
                    <a:bodyPr/>
                    <a:lstStyle/>
                    <a:p>
                      <a:pPr algn="l"/>
                      <a:r>
                        <a:rPr lang="es-CR" dirty="0"/>
                        <a:t>- idPrestamo: String </a:t>
                      </a:r>
                    </a:p>
                  </a:txBody>
                  <a:tcPr/>
                </a:tc>
                <a:extLst>
                  <a:ext uri="{0D108BD9-81ED-4DB2-BD59-A6C34878D82A}">
                    <a16:rowId xmlns:a16="http://schemas.microsoft.com/office/drawing/2014/main" val="1341944623"/>
                  </a:ext>
                </a:extLst>
              </a:tr>
              <a:tr h="362882">
                <a:tc>
                  <a:txBody>
                    <a:bodyPr/>
                    <a:lstStyle/>
                    <a:p>
                      <a:pPr algn="l"/>
                      <a:r>
                        <a:rPr lang="es-CR" dirty="0"/>
                        <a:t>- cliente: String </a:t>
                      </a:r>
                    </a:p>
                  </a:txBody>
                  <a:tcPr>
                    <a:lnB w="12700" cmpd="sng">
                      <a:noFill/>
                    </a:lnB>
                  </a:tcPr>
                </a:tc>
                <a:extLst>
                  <a:ext uri="{0D108BD9-81ED-4DB2-BD59-A6C34878D82A}">
                    <a16:rowId xmlns:a16="http://schemas.microsoft.com/office/drawing/2014/main" val="3352162953"/>
                  </a:ext>
                </a:extLst>
              </a:tr>
              <a:tr h="362882">
                <a:tc>
                  <a:txBody>
                    <a:bodyPr/>
                    <a:lstStyle/>
                    <a:p>
                      <a:pPr marL="0" indent="0" algn="l">
                        <a:buFontTx/>
                        <a:buNone/>
                      </a:pPr>
                      <a:r>
                        <a:rPr lang="es-CR" dirty="0"/>
                        <a:t>- fechaPrestamo: Date</a:t>
                      </a:r>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44364840"/>
                  </a:ext>
                </a:extLst>
              </a:tr>
              <a:tr h="362882">
                <a:tc>
                  <a:txBody>
                    <a:bodyPr/>
                    <a:lstStyle/>
                    <a:p>
                      <a:pPr algn="l"/>
                      <a:r>
                        <a:rPr lang="es-CR" dirty="0"/>
                        <a:t>- fechaDevolucion:Date</a:t>
                      </a:r>
                    </a:p>
                  </a:txBody>
                  <a:tcPr>
                    <a:lnT w="12700" cap="flat" cmpd="sng" algn="ctr">
                      <a:noFill/>
                      <a:prstDash val="solid"/>
                      <a:round/>
                      <a:headEnd type="none" w="med" len="med"/>
                      <a:tailEnd type="none" w="med" len="med"/>
                    </a:lnT>
                  </a:tcPr>
                </a:tc>
                <a:extLst>
                  <a:ext uri="{0D108BD9-81ED-4DB2-BD59-A6C34878D82A}">
                    <a16:rowId xmlns:a16="http://schemas.microsoft.com/office/drawing/2014/main" val="2941514090"/>
                  </a:ext>
                </a:extLst>
              </a:tr>
              <a:tr h="362882">
                <a:tc>
                  <a:txBody>
                    <a:bodyPr/>
                    <a:lstStyle/>
                    <a:p>
                      <a:pPr algn="l"/>
                      <a:r>
                        <a:rPr lang="es-CR" dirty="0"/>
                        <a:t>- items: Literatura[]</a:t>
                      </a:r>
                    </a:p>
                  </a:txBody>
                  <a:tcPr/>
                </a:tc>
                <a:extLst>
                  <a:ext uri="{0D108BD9-81ED-4DB2-BD59-A6C34878D82A}">
                    <a16:rowId xmlns:a16="http://schemas.microsoft.com/office/drawing/2014/main" val="2956261788"/>
                  </a:ext>
                </a:extLst>
              </a:tr>
              <a:tr h="362882">
                <a:tc>
                  <a:txBody>
                    <a:bodyPr/>
                    <a:lstStyle/>
                    <a:p>
                      <a:pPr algn="l"/>
                      <a:r>
                        <a:rPr lang="es-CR" dirty="0"/>
                        <a:t>- multaTotal: int </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41976823"/>
                  </a:ext>
                </a:extLst>
              </a:tr>
              <a:tr h="362882">
                <a:tc>
                  <a:txBody>
                    <a:bodyPr/>
                    <a:lstStyle/>
                    <a:p>
                      <a:pPr algn="l"/>
                      <a:r>
                        <a:rPr lang="es-CR" dirty="0"/>
                        <a:t>+ calcularMulta():void</a:t>
                      </a: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900251630"/>
                  </a:ext>
                </a:extLst>
              </a:tr>
              <a:tr h="362882">
                <a:tc>
                  <a:txBody>
                    <a:bodyPr/>
                    <a:lstStyle/>
                    <a:p>
                      <a:pPr algn="l"/>
                      <a:r>
                        <a:rPr lang="es-CR" dirty="0"/>
                        <a:t>+ agregarItem(): void </a:t>
                      </a:r>
                    </a:p>
                  </a:txBody>
                  <a:tcPr/>
                </a:tc>
                <a:extLst>
                  <a:ext uri="{0D108BD9-81ED-4DB2-BD59-A6C34878D82A}">
                    <a16:rowId xmlns:a16="http://schemas.microsoft.com/office/drawing/2014/main" val="1676215123"/>
                  </a:ext>
                </a:extLst>
              </a:tr>
              <a:tr h="362882">
                <a:tc>
                  <a:txBody>
                    <a:bodyPr/>
                    <a:lstStyle/>
                    <a:p>
                      <a:pPr algn="l"/>
                      <a:r>
                        <a:rPr lang="es-CR" dirty="0"/>
                        <a:t>+ finalizar(): void </a:t>
                      </a:r>
                    </a:p>
                  </a:txBody>
                  <a:tcPr/>
                </a:tc>
                <a:extLst>
                  <a:ext uri="{0D108BD9-81ED-4DB2-BD59-A6C34878D82A}">
                    <a16:rowId xmlns:a16="http://schemas.microsoft.com/office/drawing/2014/main" val="1934065631"/>
                  </a:ext>
                </a:extLst>
              </a:tr>
            </a:tbl>
          </a:graphicData>
        </a:graphic>
      </p:graphicFrame>
      <p:cxnSp>
        <p:nvCxnSpPr>
          <p:cNvPr id="14" name="直線單箭頭接點 13">
            <a:extLst>
              <a:ext uri="{FF2B5EF4-FFF2-40B4-BE49-F238E27FC236}">
                <a16:creationId xmlns:a16="http://schemas.microsoft.com/office/drawing/2014/main" id="{D51AC3BC-C9AF-EE49-EBF6-F4CB73B30EBA}"/>
              </a:ext>
            </a:extLst>
          </p:cNvPr>
          <p:cNvCxnSpPr>
            <a:cxnSpLocks/>
          </p:cNvCxnSpPr>
          <p:nvPr/>
        </p:nvCxnSpPr>
        <p:spPr>
          <a:xfrm flipV="1">
            <a:off x="1485900" y="4126230"/>
            <a:ext cx="671830" cy="513816"/>
          </a:xfrm>
          <a:prstGeom prst="straightConnector1">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5" name="直線單箭頭接點 14">
            <a:extLst>
              <a:ext uri="{FF2B5EF4-FFF2-40B4-BE49-F238E27FC236}">
                <a16:creationId xmlns:a16="http://schemas.microsoft.com/office/drawing/2014/main" id="{74B9E0D6-DF65-2214-1BE2-F5325E3462E6}"/>
              </a:ext>
            </a:extLst>
          </p:cNvPr>
          <p:cNvCxnSpPr>
            <a:cxnSpLocks/>
            <a:stCxn id="7" idx="0"/>
          </p:cNvCxnSpPr>
          <p:nvPr/>
        </p:nvCxnSpPr>
        <p:spPr>
          <a:xfrm flipH="1" flipV="1">
            <a:off x="3302000" y="4126230"/>
            <a:ext cx="767080" cy="513816"/>
          </a:xfrm>
          <a:prstGeom prst="straightConnector1">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7" name="直線單箭頭接點 26">
            <a:extLst>
              <a:ext uri="{FF2B5EF4-FFF2-40B4-BE49-F238E27FC236}">
                <a16:creationId xmlns:a16="http://schemas.microsoft.com/office/drawing/2014/main" id="{8B63E0B7-7814-EC73-63C5-0876AE8466FF}"/>
              </a:ext>
            </a:extLst>
          </p:cNvPr>
          <p:cNvCxnSpPr/>
          <p:nvPr/>
        </p:nvCxnSpPr>
        <p:spPr>
          <a:xfrm flipV="1">
            <a:off x="2157730" y="4021464"/>
            <a:ext cx="128270" cy="1047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直線單箭頭接點 28">
            <a:extLst>
              <a:ext uri="{FF2B5EF4-FFF2-40B4-BE49-F238E27FC236}">
                <a16:creationId xmlns:a16="http://schemas.microsoft.com/office/drawing/2014/main" id="{D512A66F-CD0B-939A-1298-E8BA01CC33E9}"/>
              </a:ext>
            </a:extLst>
          </p:cNvPr>
          <p:cNvCxnSpPr/>
          <p:nvPr/>
        </p:nvCxnSpPr>
        <p:spPr>
          <a:xfrm flipH="1" flipV="1">
            <a:off x="3166110" y="4021464"/>
            <a:ext cx="135890" cy="1047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86320733"/>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1739</TotalTime>
  <Words>737</Words>
  <Application>Microsoft Office PowerPoint</Application>
  <PresentationFormat>寬螢幕</PresentationFormat>
  <Paragraphs>139</Paragraphs>
  <Slides>6</Slides>
  <Notes>0</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6</vt:i4>
      </vt:variant>
    </vt:vector>
  </HeadingPairs>
  <TitlesOfParts>
    <vt:vector size="10" baseType="lpstr">
      <vt:lpstr>Arial</vt:lpstr>
      <vt:lpstr>Calibri</vt:lpstr>
      <vt:lpstr>Calibri Light</vt:lpstr>
      <vt:lpstr>Office 佈景主題</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Chienchen Chang</dc:creator>
  <cp:lastModifiedBy>Chienchen Chang</cp:lastModifiedBy>
  <cp:revision>7</cp:revision>
  <dcterms:created xsi:type="dcterms:W3CDTF">2025-07-04T04:00:34Z</dcterms:created>
  <dcterms:modified xsi:type="dcterms:W3CDTF">2025-07-25T00:22:03Z</dcterms:modified>
</cp:coreProperties>
</file>